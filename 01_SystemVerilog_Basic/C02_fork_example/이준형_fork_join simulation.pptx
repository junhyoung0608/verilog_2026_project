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6" r:id="rId5"/>
    <p:sldId id="267" r:id="rId6"/>
    <p:sldId id="268" r:id="rId7"/>
    <p:sldId id="269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4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509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51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4518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9500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0062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745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46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1215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337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970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560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5B6478-CADC-4B4F-9B1A-8693A47E1E1E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BC4A1F-0B28-4E29-A40D-83DC3F28F6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793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fork_join</a:t>
            </a:r>
            <a:r>
              <a:rPr lang="en-US" altLang="ko-KR" dirty="0" smtClean="0"/>
              <a:t> simulation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ko-KR" altLang="en-US" dirty="0" smtClean="0"/>
              <a:t>이준형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5161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display Thread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838200" y="5201392"/>
            <a:ext cx="4761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A,B,C</a:t>
            </a:r>
            <a:r>
              <a:rPr lang="ko-KR" altLang="en-US" dirty="0"/>
              <a:t> </a:t>
            </a:r>
            <a:r>
              <a:rPr lang="en-US" altLang="ko-KR" dirty="0" smtClean="0"/>
              <a:t>thread</a:t>
            </a:r>
            <a:r>
              <a:rPr lang="ko-KR" altLang="en-US" dirty="0" err="1" smtClean="0"/>
              <a:t>발생마다</a:t>
            </a:r>
            <a:r>
              <a:rPr lang="ko-KR" altLang="en-US" dirty="0" smtClean="0"/>
              <a:t> </a:t>
            </a:r>
            <a:r>
              <a:rPr lang="en-US" altLang="ko-KR" dirty="0" smtClean="0"/>
              <a:t>display</a:t>
            </a:r>
            <a:r>
              <a:rPr lang="ko-KR" altLang="en-US" dirty="0"/>
              <a:t>로</a:t>
            </a:r>
            <a:r>
              <a:rPr lang="ko-KR" altLang="en-US" dirty="0" smtClean="0"/>
              <a:t> 확인할 계획</a:t>
            </a:r>
            <a:endParaRPr lang="en-US" altLang="ko-KR" dirty="0" smtClean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760" y="3246695"/>
            <a:ext cx="4845015" cy="8465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78193" y="4421579"/>
            <a:ext cx="49215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앞으로 소개할 </a:t>
            </a:r>
            <a:r>
              <a:rPr lang="en-US" altLang="ko-KR" dirty="0" smtClean="0"/>
              <a:t>case</a:t>
            </a:r>
            <a:r>
              <a:rPr lang="ko-KR" altLang="en-US" dirty="0" smtClean="0"/>
              <a:t>마다</a:t>
            </a:r>
            <a:endParaRPr lang="en-US" altLang="ko-KR" dirty="0" smtClean="0"/>
          </a:p>
          <a:p>
            <a:r>
              <a:rPr lang="en-US" altLang="ko-KR" dirty="0" smtClean="0"/>
              <a:t>time</a:t>
            </a:r>
            <a:r>
              <a:rPr lang="ko-KR" altLang="en-US" dirty="0" err="1" smtClean="0"/>
              <a:t>포멧을</a:t>
            </a:r>
            <a:r>
              <a:rPr lang="ko-KR" altLang="en-US" dirty="0" smtClean="0"/>
              <a:t> 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ps</a:t>
            </a:r>
            <a:r>
              <a:rPr lang="ko-KR" altLang="en-US" dirty="0" smtClean="0"/>
              <a:t>로 표기되는 것을 </a:t>
            </a:r>
            <a:r>
              <a:rPr lang="en-US" altLang="ko-KR" dirty="0" smtClean="0"/>
              <a:t>ns</a:t>
            </a:r>
            <a:r>
              <a:rPr lang="ko-KR" altLang="en-US" dirty="0" smtClean="0"/>
              <a:t>로 바꾸어 </a:t>
            </a:r>
            <a:endParaRPr lang="en-US" altLang="ko-KR" dirty="0" smtClean="0"/>
          </a:p>
          <a:p>
            <a:r>
              <a:rPr lang="ko-KR" altLang="en-US" dirty="0" smtClean="0"/>
              <a:t>소수점 </a:t>
            </a:r>
            <a:r>
              <a:rPr lang="en-US" altLang="ko-KR" dirty="0" smtClean="0"/>
              <a:t>3</a:t>
            </a:r>
            <a:r>
              <a:rPr lang="ko-KR" altLang="en-US" dirty="0" smtClean="0"/>
              <a:t>자리 까지</a:t>
            </a:r>
            <a:r>
              <a:rPr lang="en-US" altLang="ko-KR" dirty="0"/>
              <a:t> </a:t>
            </a:r>
            <a:r>
              <a:rPr lang="ko-KR" altLang="en-US" dirty="0" smtClean="0"/>
              <a:t>표</a:t>
            </a:r>
            <a:r>
              <a:rPr lang="ko-KR" altLang="en-US" dirty="0"/>
              <a:t>기</a:t>
            </a:r>
            <a:r>
              <a:rPr lang="ko-KR" altLang="en-US" dirty="0" smtClean="0"/>
              <a:t>할 예정</a:t>
            </a:r>
            <a:endParaRPr lang="en-US" altLang="ko-KR" dirty="0" smtClean="0"/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540" y="1690688"/>
            <a:ext cx="3171580" cy="3277057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6323" y="1690688"/>
            <a:ext cx="2865100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950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87" y="4926076"/>
            <a:ext cx="6039693" cy="1286054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Case1- </a:t>
            </a:r>
            <a:r>
              <a:rPr lang="en-US" altLang="ko-KR" dirty="0" err="1" smtClean="0"/>
              <a:t>fork_join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152" y="1416920"/>
            <a:ext cx="4808804" cy="28960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47004" y="1416920"/>
            <a:ext cx="62701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fork_join</a:t>
            </a:r>
            <a:r>
              <a:rPr lang="en-US" altLang="ko-KR" dirty="0"/>
              <a:t>: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r>
              <a:rPr lang="ko-KR" altLang="en-US" dirty="0" smtClean="0"/>
              <a:t>모든 </a:t>
            </a:r>
            <a:r>
              <a:rPr lang="en-US" altLang="ko-KR" dirty="0" smtClean="0"/>
              <a:t>thread</a:t>
            </a:r>
            <a:r>
              <a:rPr lang="ko-KR" altLang="en-US" dirty="0" smtClean="0"/>
              <a:t>가 </a:t>
            </a:r>
            <a:r>
              <a:rPr lang="ko-KR" altLang="en-US" dirty="0" err="1" smtClean="0"/>
              <a:t>끝날때까지</a:t>
            </a:r>
            <a:r>
              <a:rPr lang="ko-KR" altLang="en-US" dirty="0" smtClean="0"/>
              <a:t> 병렬적으로 수행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simulation </a:t>
            </a:r>
            <a:r>
              <a:rPr lang="ko-KR" altLang="en-US" dirty="0" smtClean="0"/>
              <a:t>해석</a:t>
            </a:r>
            <a:r>
              <a:rPr lang="en-US" altLang="ko-KR" dirty="0" smtClean="0"/>
              <a:t>:</a:t>
            </a:r>
            <a:endParaRPr lang="en-US" altLang="ko-KR" dirty="0"/>
          </a:p>
          <a:p>
            <a:r>
              <a:rPr lang="en-US" altLang="ko-KR" dirty="0" smtClean="0"/>
              <a:t>1. delay</a:t>
            </a:r>
            <a:r>
              <a:rPr lang="ko-KR" altLang="en-US" dirty="0" smtClean="0"/>
              <a:t>가 가장 긴 </a:t>
            </a:r>
            <a:r>
              <a:rPr lang="en-US" altLang="ko-KR" dirty="0" err="1" smtClean="0"/>
              <a:t>B_thread</a:t>
            </a:r>
            <a:r>
              <a:rPr lang="ko-KR" altLang="en-US" dirty="0"/>
              <a:t> </a:t>
            </a:r>
            <a:r>
              <a:rPr lang="ko-KR" altLang="en-US" dirty="0" smtClean="0"/>
              <a:t>기준 </a:t>
            </a:r>
            <a:r>
              <a:rPr lang="en-US" altLang="ko-KR" dirty="0" smtClean="0"/>
              <a:t>#20</a:t>
            </a:r>
            <a:r>
              <a:rPr lang="ko-KR" altLang="en-US" dirty="0"/>
              <a:t> </a:t>
            </a:r>
            <a:r>
              <a:rPr lang="en-US" altLang="ko-KR" dirty="0" smtClean="0"/>
              <a:t>delay </a:t>
            </a:r>
            <a:r>
              <a:rPr lang="ko-KR" altLang="en-US" dirty="0" smtClean="0"/>
              <a:t>후 </a:t>
            </a:r>
            <a:r>
              <a:rPr lang="en-US" altLang="ko-KR" dirty="0" smtClean="0"/>
              <a:t>fork</a:t>
            </a:r>
            <a:r>
              <a:rPr lang="ko-KR" altLang="en-US" dirty="0" smtClean="0"/>
              <a:t>문 종료</a:t>
            </a:r>
            <a:endParaRPr lang="en-US" altLang="ko-KR" dirty="0" smtClean="0"/>
          </a:p>
          <a:p>
            <a:r>
              <a:rPr lang="en-US" altLang="ko-KR" dirty="0" smtClean="0"/>
              <a:t>2. #10 delay </a:t>
            </a:r>
            <a:r>
              <a:rPr lang="ko-KR" altLang="en-US" dirty="0" smtClean="0"/>
              <a:t>이후 </a:t>
            </a:r>
            <a:r>
              <a:rPr lang="en-US" altLang="ko-KR" dirty="0" smtClean="0"/>
              <a:t>“end fork –join” </a:t>
            </a:r>
            <a:r>
              <a:rPr lang="ko-KR" altLang="en-US" dirty="0" smtClean="0"/>
              <a:t>출력</a:t>
            </a:r>
            <a:r>
              <a:rPr lang="en-US" altLang="ko-KR" dirty="0" smtClean="0"/>
              <a:t> 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04632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Case2- </a:t>
            </a:r>
            <a:r>
              <a:rPr lang="en-US" altLang="ko-KR" dirty="0" err="1" smtClean="0"/>
              <a:t>fork_join_any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569527" y="1416920"/>
            <a:ext cx="66224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fork_join_any</a:t>
            </a:r>
            <a:r>
              <a:rPr lang="en-US" altLang="ko-KR" dirty="0" smtClean="0"/>
              <a:t>: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r>
              <a:rPr lang="en-US" altLang="ko-KR" dirty="0" smtClean="0"/>
              <a:t>thread</a:t>
            </a:r>
            <a:r>
              <a:rPr lang="ko-KR" altLang="en-US" dirty="0" smtClean="0"/>
              <a:t>중 가장 빨리 끝나는 기준 </a:t>
            </a:r>
            <a:r>
              <a:rPr lang="en-US" altLang="ko-KR" dirty="0" err="1" smtClean="0"/>
              <a:t>fork_join</a:t>
            </a:r>
            <a:r>
              <a:rPr lang="ko-KR" altLang="en-US" dirty="0" smtClean="0"/>
              <a:t>문 빠져나옴</a:t>
            </a:r>
            <a:endParaRPr lang="en-US" altLang="ko-KR" dirty="0" smtClean="0"/>
          </a:p>
          <a:p>
            <a:r>
              <a:rPr lang="ko-KR" altLang="en-US" dirty="0" smtClean="0"/>
              <a:t>종료는 아니기 때문에 나머지 </a:t>
            </a:r>
            <a:r>
              <a:rPr lang="en-US" altLang="ko-KR" dirty="0" smtClean="0"/>
              <a:t>thread</a:t>
            </a:r>
            <a:r>
              <a:rPr lang="ko-KR" altLang="en-US" dirty="0" smtClean="0"/>
              <a:t>는 시행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smtClean="0"/>
              <a:t>simulation </a:t>
            </a:r>
            <a:r>
              <a:rPr lang="ko-KR" altLang="en-US" dirty="0" smtClean="0"/>
              <a:t>해석</a:t>
            </a:r>
            <a:r>
              <a:rPr lang="en-US" altLang="ko-KR" dirty="0" smtClean="0"/>
              <a:t>:</a:t>
            </a:r>
          </a:p>
          <a:p>
            <a:r>
              <a:rPr lang="en-US" altLang="ko-KR" dirty="0" smtClean="0"/>
              <a:t>1. </a:t>
            </a:r>
            <a:r>
              <a:rPr lang="ko-KR" altLang="en-US" dirty="0" smtClean="0"/>
              <a:t>가장 짧은 시간을 요구하는 </a:t>
            </a:r>
            <a:r>
              <a:rPr lang="en-US" altLang="ko-KR" dirty="0" smtClean="0"/>
              <a:t>A thread </a:t>
            </a:r>
            <a:r>
              <a:rPr lang="ko-KR" altLang="en-US" dirty="0" smtClean="0"/>
              <a:t>진행 후 </a:t>
            </a:r>
            <a:r>
              <a:rPr lang="en-US" altLang="ko-KR" dirty="0" smtClean="0"/>
              <a:t>fork</a:t>
            </a:r>
            <a:r>
              <a:rPr lang="ko-KR" altLang="en-US" dirty="0" smtClean="0"/>
              <a:t>문 빠져나옴</a:t>
            </a:r>
            <a:endParaRPr lang="en-US" altLang="ko-KR" dirty="0" smtClean="0"/>
          </a:p>
          <a:p>
            <a:r>
              <a:rPr lang="en-US" altLang="ko-KR" dirty="0" smtClean="0"/>
              <a:t>2. #10 delay </a:t>
            </a:r>
            <a:r>
              <a:rPr lang="ko-KR" altLang="en-US" dirty="0" smtClean="0"/>
              <a:t>이후 </a:t>
            </a:r>
            <a:r>
              <a:rPr lang="en-US" altLang="ko-KR" dirty="0" smtClean="0"/>
              <a:t>“end fork –join” </a:t>
            </a:r>
            <a:r>
              <a:rPr lang="ko-KR" altLang="en-US" dirty="0" smtClean="0"/>
              <a:t>출력</a:t>
            </a:r>
            <a:endParaRPr lang="en-US" altLang="ko-KR" dirty="0"/>
          </a:p>
          <a:p>
            <a:r>
              <a:rPr lang="en-US" altLang="ko-KR" dirty="0" smtClean="0"/>
              <a:t>3. </a:t>
            </a:r>
            <a:r>
              <a:rPr lang="ko-KR" altLang="en-US" dirty="0" smtClean="0"/>
              <a:t>나머지 </a:t>
            </a:r>
            <a:r>
              <a:rPr lang="en-US" altLang="ko-KR" dirty="0" smtClean="0"/>
              <a:t>B, C thread</a:t>
            </a:r>
            <a:r>
              <a:rPr lang="ko-KR" altLang="en-US" dirty="0" smtClean="0"/>
              <a:t>는 종료가 </a:t>
            </a:r>
            <a:r>
              <a:rPr lang="ko-KR" altLang="en-US" dirty="0" err="1" smtClean="0"/>
              <a:t>이니기</a:t>
            </a:r>
            <a:r>
              <a:rPr lang="ko-KR" altLang="en-US" dirty="0" smtClean="0"/>
              <a:t> 때문에 병렬적으로 실행</a:t>
            </a:r>
            <a:endParaRPr lang="en-US" altLang="ko-KR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40" y="1494109"/>
            <a:ext cx="4378354" cy="3030389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435" y="4833239"/>
            <a:ext cx="3516877" cy="1663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098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Case3- </a:t>
            </a:r>
            <a:r>
              <a:rPr lang="en-US" altLang="ko-KR" dirty="0" err="1" smtClean="0"/>
              <a:t>fork_join_none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409210" y="1588003"/>
            <a:ext cx="67827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fork_join_none</a:t>
            </a:r>
            <a:r>
              <a:rPr lang="en-US" altLang="ko-KR" dirty="0" smtClean="0"/>
              <a:t>: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r>
              <a:rPr lang="en-US" altLang="ko-KR" dirty="0" smtClean="0"/>
              <a:t>thread</a:t>
            </a:r>
            <a:r>
              <a:rPr lang="ko-KR" altLang="en-US" dirty="0" smtClean="0"/>
              <a:t>문은 병렬적 처리를 시행하지만 </a:t>
            </a:r>
            <a:r>
              <a:rPr lang="en-US" altLang="ko-KR" dirty="0" smtClean="0"/>
              <a:t>fork</a:t>
            </a:r>
            <a:r>
              <a:rPr lang="ko-KR" altLang="en-US" dirty="0" smtClean="0"/>
              <a:t>문은 빠져나옴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smtClean="0"/>
              <a:t>simulation </a:t>
            </a:r>
            <a:r>
              <a:rPr lang="ko-KR" altLang="en-US" dirty="0" smtClean="0"/>
              <a:t>해석</a:t>
            </a:r>
            <a:r>
              <a:rPr lang="en-US" altLang="ko-KR" dirty="0" smtClean="0"/>
              <a:t>:</a:t>
            </a:r>
          </a:p>
          <a:p>
            <a:pPr marL="342900" indent="-342900">
              <a:buAutoNum type="arabicPeriod"/>
            </a:pPr>
            <a:r>
              <a:rPr lang="en-US" altLang="ko-KR" dirty="0" smtClean="0"/>
              <a:t>“end fork - join” </a:t>
            </a:r>
            <a:r>
              <a:rPr lang="ko-KR" altLang="en-US" dirty="0" smtClean="0"/>
              <a:t>출력은 시작과 동시에 빠져나와 </a:t>
            </a:r>
            <a:r>
              <a:rPr lang="en-US" altLang="ko-KR" dirty="0" smtClean="0"/>
              <a:t>#10delay </a:t>
            </a:r>
            <a:r>
              <a:rPr lang="ko-KR" altLang="en-US" dirty="0" smtClean="0"/>
              <a:t>후 출력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thread</a:t>
            </a:r>
            <a:r>
              <a:rPr lang="ko-KR" altLang="en-US" dirty="0" smtClean="0"/>
              <a:t> </a:t>
            </a:r>
            <a:r>
              <a:rPr lang="en-US" altLang="ko-KR" dirty="0" smtClean="0"/>
              <a:t>A,B,C</a:t>
            </a:r>
            <a:r>
              <a:rPr lang="ko-KR" altLang="en-US" dirty="0" smtClean="0"/>
              <a:t>는 각자 병렬적 시간을 보낸 후 </a:t>
            </a:r>
            <a:r>
              <a:rPr lang="en-US" altLang="ko-KR" dirty="0" smtClean="0"/>
              <a:t>display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306" y="5210953"/>
            <a:ext cx="2514951" cy="125747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690" y="1588003"/>
            <a:ext cx="4654081" cy="327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191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Case4- </a:t>
            </a:r>
            <a:r>
              <a:rPr lang="en-US" altLang="ko-KR" dirty="0" err="1" smtClean="0"/>
              <a:t>fork_join_any</a:t>
            </a:r>
            <a:r>
              <a:rPr lang="en-US" altLang="ko-KR" dirty="0" smtClean="0"/>
              <a:t> in </a:t>
            </a:r>
            <a:r>
              <a:rPr lang="en-US" altLang="ko-KR" dirty="0" err="1" smtClean="0"/>
              <a:t>fork_join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409210" y="1588003"/>
            <a:ext cx="678279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simulation </a:t>
            </a:r>
            <a:r>
              <a:rPr lang="ko-KR" altLang="en-US" dirty="0" smtClean="0"/>
              <a:t>해석</a:t>
            </a:r>
            <a:r>
              <a:rPr lang="en-US" altLang="ko-KR" dirty="0" smtClean="0"/>
              <a:t>:</a:t>
            </a:r>
          </a:p>
          <a:p>
            <a:pPr marL="342900" indent="-342900">
              <a:buAutoNum type="arabicPeriod"/>
            </a:pPr>
            <a:r>
              <a:rPr lang="en-US" altLang="ko-KR" dirty="0" smtClean="0"/>
              <a:t>A thread</a:t>
            </a:r>
            <a:r>
              <a:rPr lang="ko-KR" altLang="en-US" dirty="0" smtClean="0"/>
              <a:t>와 </a:t>
            </a:r>
            <a:r>
              <a:rPr lang="en-US" altLang="ko-KR" dirty="0" err="1" smtClean="0"/>
              <a:t>fork_join</a:t>
            </a:r>
            <a:r>
              <a:rPr lang="ko-KR" altLang="en-US" dirty="0" smtClean="0"/>
              <a:t>문을 병렬적 실행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err="1" smtClean="0"/>
              <a:t>join_any</a:t>
            </a:r>
            <a:r>
              <a:rPr lang="ko-KR" altLang="en-US" dirty="0" smtClean="0"/>
              <a:t>문이기 때문에 </a:t>
            </a:r>
            <a:r>
              <a:rPr lang="en-US" altLang="ko-KR" dirty="0" smtClean="0"/>
              <a:t>A thread</a:t>
            </a:r>
            <a:r>
              <a:rPr lang="ko-KR" altLang="en-US" dirty="0" smtClean="0"/>
              <a:t>와 </a:t>
            </a:r>
            <a:r>
              <a:rPr lang="en-US" altLang="ko-KR" dirty="0" err="1" smtClean="0"/>
              <a:t>fork_join</a:t>
            </a:r>
            <a:r>
              <a:rPr lang="ko-KR" altLang="en-US" dirty="0" smtClean="0"/>
              <a:t>문 </a:t>
            </a:r>
            <a:r>
              <a:rPr lang="ko-KR" altLang="en-US" dirty="0" smtClean="0"/>
              <a:t>하나가 끝날 시 </a:t>
            </a:r>
            <a:r>
              <a:rPr lang="en-US" altLang="ko-KR" dirty="0" err="1" smtClean="0"/>
              <a:t>fork_join_any</a:t>
            </a:r>
            <a:r>
              <a:rPr lang="ko-KR" altLang="en-US" dirty="0" smtClean="0"/>
              <a:t>문을 빠져나옴</a:t>
            </a:r>
            <a:endParaRPr lang="en-US" altLang="ko-KR" dirty="0" smtClean="0"/>
          </a:p>
          <a:p>
            <a:pPr marL="342900" indent="-342900">
              <a:buFontTx/>
              <a:buAutoNum type="arabicPeriod"/>
            </a:pPr>
            <a:r>
              <a:rPr lang="ko-KR" altLang="en-US" dirty="0" smtClean="0"/>
              <a:t>빠져나온 시점 </a:t>
            </a:r>
            <a:r>
              <a:rPr lang="en-US" altLang="ko-KR" dirty="0" smtClean="0"/>
              <a:t>#10delay</a:t>
            </a:r>
            <a:r>
              <a:rPr lang="ko-KR" altLang="en-US" dirty="0" smtClean="0"/>
              <a:t>후 </a:t>
            </a:r>
            <a:r>
              <a:rPr lang="en-US" altLang="ko-KR" dirty="0" smtClean="0"/>
              <a:t>“end fork –join” </a:t>
            </a:r>
            <a:r>
              <a:rPr lang="ko-KR" altLang="en-US" dirty="0" smtClean="0"/>
              <a:t>출력</a:t>
            </a:r>
            <a:endParaRPr lang="en-US" altLang="ko-KR" dirty="0" smtClean="0"/>
          </a:p>
          <a:p>
            <a:pPr marL="342900" indent="-342900">
              <a:buFontTx/>
              <a:buAutoNum type="arabicPeriod"/>
            </a:pPr>
            <a:r>
              <a:rPr lang="en-US" altLang="ko-KR" dirty="0" smtClean="0"/>
              <a:t>B thread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C thread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foreve</a:t>
            </a:r>
            <a:r>
              <a:rPr lang="ko-KR" altLang="en-US" dirty="0" smtClean="0"/>
              <a:t>로 무한 반복 병렬 시행</a:t>
            </a:r>
            <a:endParaRPr lang="en-US" altLang="ko-KR" dirty="0" smtClean="0"/>
          </a:p>
          <a:p>
            <a:pPr marL="342900" indent="-342900">
              <a:buFontTx/>
              <a:buAutoNum type="arabicPeriod"/>
            </a:pPr>
            <a:r>
              <a:rPr lang="en-US" altLang="ko-KR" dirty="0" smtClean="0"/>
              <a:t>B thread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21ns</a:t>
            </a:r>
            <a:r>
              <a:rPr lang="ko-KR" altLang="en-US" dirty="0" smtClean="0"/>
              <a:t>부터 </a:t>
            </a:r>
            <a:r>
              <a:rPr lang="en-US" altLang="ko-KR" dirty="0" smtClean="0"/>
              <a:t>5</a:t>
            </a:r>
            <a:r>
              <a:rPr lang="ko-KR" altLang="en-US" dirty="0" smtClean="0"/>
              <a:t>마다</a:t>
            </a:r>
            <a:r>
              <a:rPr lang="en-US" altLang="ko-KR" dirty="0" smtClean="0"/>
              <a:t>, 51ns</a:t>
            </a:r>
            <a:r>
              <a:rPr lang="ko-KR" altLang="en-US" dirty="0" smtClean="0"/>
              <a:t>부터 </a:t>
            </a:r>
            <a:r>
              <a:rPr lang="en-US" altLang="ko-KR" dirty="0" smtClean="0"/>
              <a:t>5</a:t>
            </a:r>
            <a:r>
              <a:rPr lang="ko-KR" altLang="en-US" dirty="0" smtClean="0"/>
              <a:t>마다 병렬 </a:t>
            </a:r>
            <a:r>
              <a:rPr lang="en-US" altLang="ko-KR" dirty="0" smtClean="0"/>
              <a:t>display </a:t>
            </a:r>
            <a:r>
              <a:rPr lang="ko-KR" altLang="en-US" dirty="0" smtClean="0"/>
              <a:t>실행</a:t>
            </a:r>
            <a:endParaRPr lang="en-US" altLang="ko-KR" dirty="0" smtClean="0"/>
          </a:p>
          <a:p>
            <a:pPr marL="342900" indent="-342900">
              <a:buFontTx/>
              <a:buAutoNum type="arabicPeriod"/>
            </a:pPr>
            <a:r>
              <a:rPr lang="en-US" altLang="ko-KR" dirty="0" smtClean="0"/>
              <a:t>C thread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41ns</a:t>
            </a:r>
            <a:r>
              <a:rPr lang="ko-KR" altLang="en-US" dirty="0" smtClean="0"/>
              <a:t>부터 </a:t>
            </a:r>
            <a:r>
              <a:rPr lang="en-US" altLang="ko-KR" dirty="0" smtClean="0"/>
              <a:t>10</a:t>
            </a:r>
            <a:r>
              <a:rPr lang="ko-KR" altLang="en-US" dirty="0" smtClean="0"/>
              <a:t>마다 </a:t>
            </a:r>
            <a:r>
              <a:rPr lang="en-US" altLang="ko-KR" dirty="0" smtClean="0"/>
              <a:t>display </a:t>
            </a:r>
            <a:r>
              <a:rPr lang="ko-KR" altLang="en-US" dirty="0" smtClean="0"/>
              <a:t>실행</a:t>
            </a:r>
            <a:endParaRPr lang="en-US" altLang="ko-KR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392" y="1375358"/>
            <a:ext cx="3195617" cy="301257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535" y="4542307"/>
            <a:ext cx="4166466" cy="219898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74" y="4622859"/>
            <a:ext cx="2990988" cy="203788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9150" y="4622859"/>
            <a:ext cx="2698356" cy="217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933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Case5- </a:t>
            </a:r>
            <a:r>
              <a:rPr lang="en-US" altLang="ko-KR" dirty="0" err="1" smtClean="0"/>
              <a:t>fork_join_any</a:t>
            </a:r>
            <a:r>
              <a:rPr lang="en-US" altLang="ko-KR" dirty="0" smtClean="0"/>
              <a:t> in </a:t>
            </a:r>
            <a:r>
              <a:rPr lang="en-US" altLang="ko-KR" dirty="0" err="1" smtClean="0"/>
              <a:t>fork_join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409210" y="1588003"/>
            <a:ext cx="67827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simulation </a:t>
            </a:r>
            <a:r>
              <a:rPr lang="ko-KR" altLang="en-US" dirty="0" smtClean="0"/>
              <a:t>해석</a:t>
            </a:r>
            <a:r>
              <a:rPr lang="en-US" altLang="ko-KR" dirty="0" smtClean="0"/>
              <a:t>:</a:t>
            </a:r>
          </a:p>
          <a:p>
            <a:pPr marL="342900" indent="-342900">
              <a:buAutoNum type="arabicPeriod"/>
            </a:pPr>
            <a:r>
              <a:rPr lang="ko-KR" altLang="en-US" dirty="0" smtClean="0"/>
              <a:t>시간적 가장 짧은 실행 시간을 요구하는 </a:t>
            </a:r>
            <a:r>
              <a:rPr lang="en-US" altLang="ko-KR" dirty="0" smtClean="0"/>
              <a:t>A  </a:t>
            </a:r>
            <a:r>
              <a:rPr lang="en-US" altLang="ko-KR" dirty="0" err="1" smtClean="0"/>
              <a:t>threa</a:t>
            </a:r>
            <a:r>
              <a:rPr lang="ko-KR" altLang="en-US" dirty="0" smtClean="0"/>
              <a:t>를 기점으로 </a:t>
            </a:r>
            <a:r>
              <a:rPr lang="en-US" altLang="ko-KR" dirty="0" smtClean="0"/>
              <a:t>fork</a:t>
            </a:r>
            <a:r>
              <a:rPr lang="ko-KR" altLang="en-US" dirty="0" smtClean="0"/>
              <a:t>문을 빠져나옴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#10 display </a:t>
            </a:r>
            <a:r>
              <a:rPr lang="ko-KR" altLang="en-US" dirty="0" smtClean="0"/>
              <a:t>후 </a:t>
            </a:r>
            <a:r>
              <a:rPr lang="en-US" altLang="ko-KR" dirty="0" smtClean="0"/>
              <a:t>“end fork –join” </a:t>
            </a:r>
            <a:r>
              <a:rPr lang="ko-KR" altLang="en-US" dirty="0" smtClean="0"/>
              <a:t>출력 후 </a:t>
            </a:r>
            <a:r>
              <a:rPr lang="en-US" altLang="ko-KR" dirty="0" err="1" smtClean="0"/>
              <a:t>simulration</a:t>
            </a:r>
            <a:r>
              <a:rPr lang="en-US" altLang="ko-KR" dirty="0" smtClean="0"/>
              <a:t> </a:t>
            </a:r>
            <a:r>
              <a:rPr lang="ko-KR" altLang="en-US" dirty="0" smtClean="0"/>
              <a:t>종료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 </a:t>
            </a:r>
            <a:r>
              <a:rPr lang="en-US" altLang="ko-KR" dirty="0" err="1" smtClean="0"/>
              <a:t>simulration</a:t>
            </a:r>
            <a:r>
              <a:rPr lang="en-US" altLang="ko-KR" dirty="0" smtClean="0"/>
              <a:t> </a:t>
            </a:r>
            <a:r>
              <a:rPr lang="ko-KR" altLang="en-US" dirty="0" smtClean="0"/>
              <a:t>종료 전까지</a:t>
            </a:r>
            <a:r>
              <a:rPr lang="en-US" altLang="ko-KR" dirty="0" smtClean="0"/>
              <a:t>, A,B,C</a:t>
            </a:r>
            <a:r>
              <a:rPr lang="ko-KR" altLang="en-US" dirty="0" smtClean="0"/>
              <a:t>는 병렬적으로 수행</a:t>
            </a: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/>
          </a:p>
          <a:p>
            <a:r>
              <a:rPr lang="ko-KR" altLang="en-US" dirty="0" smtClean="0"/>
              <a:t>새로운 사실</a:t>
            </a:r>
            <a:r>
              <a:rPr lang="en-US" altLang="ko-KR" dirty="0" smtClean="0"/>
              <a:t>: </a:t>
            </a:r>
            <a:r>
              <a:rPr lang="ko-KR" altLang="en-US" dirty="0" smtClean="0"/>
              <a:t>병렬적으로 처리하는 것은 맞지만 같은 시간에 </a:t>
            </a:r>
            <a:r>
              <a:rPr lang="en-US" altLang="ko-KR" smtClean="0"/>
              <a:t>display</a:t>
            </a:r>
            <a:r>
              <a:rPr lang="ko-KR" altLang="en-US" smtClean="0"/>
              <a:t>를 </a:t>
            </a:r>
            <a:r>
              <a:rPr lang="ko-KR" altLang="en-US" dirty="0" smtClean="0"/>
              <a:t>해야하는 경우 </a:t>
            </a:r>
            <a:r>
              <a:rPr lang="en-US" altLang="ko-KR" dirty="0" smtClean="0"/>
              <a:t>A,B,C</a:t>
            </a:r>
            <a:r>
              <a:rPr lang="ko-KR" altLang="en-US" dirty="0" smtClean="0"/>
              <a:t>순임을 확인할 수 있음</a:t>
            </a:r>
            <a:endParaRPr lang="en-US" altLang="ko-KR" dirty="0" smtClean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574" y="4622859"/>
            <a:ext cx="2990988" cy="203788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009" y="1588003"/>
            <a:ext cx="4511682" cy="290339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1709" y="4347253"/>
            <a:ext cx="6625022" cy="23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64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309</Words>
  <Application>Microsoft Office PowerPoint</Application>
  <PresentationFormat>와이드스크린</PresentationFormat>
  <Paragraphs>45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fork_join simulation</vt:lpstr>
      <vt:lpstr>display Thread</vt:lpstr>
      <vt:lpstr>Case1- fork_join</vt:lpstr>
      <vt:lpstr>Case2- fork_join_any</vt:lpstr>
      <vt:lpstr>Case3- fork_join_none</vt:lpstr>
      <vt:lpstr>Case4- fork_join_any in fork_join</vt:lpstr>
      <vt:lpstr>Case5- fork_join_any in fork_join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fork_join simulation</dc:title>
  <dc:creator>kccistc</dc:creator>
  <cp:lastModifiedBy>kccistc</cp:lastModifiedBy>
  <cp:revision>33</cp:revision>
  <dcterms:created xsi:type="dcterms:W3CDTF">2026-02-25T08:19:29Z</dcterms:created>
  <dcterms:modified xsi:type="dcterms:W3CDTF">2026-02-25T09:30:20Z</dcterms:modified>
</cp:coreProperties>
</file>