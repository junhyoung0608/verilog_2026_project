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11"/>
  </p:notesMasterIdLst>
  <p:sldIdLst>
    <p:sldId id="256" r:id="rId5"/>
    <p:sldId id="262" r:id="rId6"/>
    <p:sldId id="263" r:id="rId7"/>
    <p:sldId id="265" r:id="rId8"/>
    <p:sldId id="264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ccistc" initials="k" lastIdx="4" clrIdx="0">
    <p:extLst>
      <p:ext uri="{19B8F6BF-5375-455C-9EA6-DF929625EA0E}">
        <p15:presenceInfo xmlns:p15="http://schemas.microsoft.com/office/powerpoint/2012/main" userId="kccist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>
      <p:cViewPr>
        <p:scale>
          <a:sx n="150" d="100"/>
          <a:sy n="150" d="100"/>
        </p:scale>
        <p:origin x="10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41450" y="1788454"/>
            <a:ext cx="9069857" cy="2098226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ASCII </a:t>
            </a:r>
            <a:r>
              <a:rPr lang="en-US" altLang="ko-KR" b="1" dirty="0" err="1" smtClean="0"/>
              <a:t>dEcOder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ASCII</a:t>
            </a:r>
            <a:r>
              <a:rPr lang="ko-KR" altLang="en-US" dirty="0" smtClean="0"/>
              <a:t>값에 대해 </a:t>
            </a:r>
            <a:r>
              <a:rPr lang="ko-KR" altLang="en-US" dirty="0" err="1" smtClean="0"/>
              <a:t>출력제어</a:t>
            </a:r>
            <a:endParaRPr lang="en-US" altLang="ko-KR" dirty="0" smtClean="0"/>
          </a:p>
          <a:p>
            <a:r>
              <a:rPr lang="ko-KR" altLang="en-US" dirty="0" smtClean="0"/>
              <a:t>입력 </a:t>
            </a:r>
            <a:r>
              <a:rPr lang="en-US" altLang="ko-KR" dirty="0" smtClean="0"/>
              <a:t>ASCII </a:t>
            </a:r>
            <a:r>
              <a:rPr lang="ko-KR" altLang="en-US" dirty="0" smtClean="0"/>
              <a:t>값 </a:t>
            </a:r>
            <a:r>
              <a:rPr lang="en-US" altLang="ko-KR" dirty="0" smtClean="0"/>
              <a:t>: 0,1,R,L,U,D,S</a:t>
            </a:r>
          </a:p>
          <a:p>
            <a:r>
              <a:rPr lang="ko-KR" altLang="en-US" dirty="0" smtClean="0"/>
              <a:t>대문자 소문자는 동일 신호로 간주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773" y="0"/>
            <a:ext cx="4747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304" y="3057703"/>
            <a:ext cx="7755791" cy="3384127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1248508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Boud_tick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9600 bps 16</a:t>
            </a:r>
            <a:r>
              <a:rPr lang="ko-KR" altLang="en-US" dirty="0" smtClean="0"/>
              <a:t>배속으로 </a:t>
            </a:r>
            <a:r>
              <a:rPr lang="ko-KR" altLang="en-US" dirty="0" err="1" smtClean="0"/>
              <a:t>틱을</a:t>
            </a:r>
            <a:r>
              <a:rPr lang="ko-KR" altLang="en-US" dirty="0" smtClean="0"/>
              <a:t> 출력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en-US" altLang="ko-KR" dirty="0" err="1" smtClean="0"/>
              <a:t>Uart_Rx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9600bps 16</a:t>
            </a:r>
            <a:r>
              <a:rPr lang="ko-KR" altLang="en-US" dirty="0" smtClean="0"/>
              <a:t>배속으로 샘플링 하여 </a:t>
            </a:r>
            <a:r>
              <a:rPr lang="en-US" altLang="ko-KR" dirty="0" smtClean="0"/>
              <a:t>RX</a:t>
            </a:r>
            <a:r>
              <a:rPr lang="ko-KR" altLang="en-US" dirty="0" smtClean="0"/>
              <a:t>신호를 받음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en-US" altLang="ko-KR" dirty="0" err="1" smtClean="0"/>
              <a:t>Uart_Rx</a:t>
            </a:r>
            <a:r>
              <a:rPr lang="ko-KR" altLang="en-US" dirty="0" smtClean="0"/>
              <a:t>의 출력 </a:t>
            </a:r>
            <a:r>
              <a:rPr lang="en-US" altLang="ko-KR" dirty="0" err="1" smtClean="0"/>
              <a:t>rx_data</a:t>
            </a:r>
            <a:r>
              <a:rPr lang="ko-KR" altLang="en-US" dirty="0" smtClean="0"/>
              <a:t>를 </a:t>
            </a:r>
            <a:r>
              <a:rPr lang="en-US" altLang="ko-KR" dirty="0" err="1" smtClean="0"/>
              <a:t>RX_decoder</a:t>
            </a:r>
            <a:r>
              <a:rPr lang="ko-KR" altLang="en-US" dirty="0" smtClean="0"/>
              <a:t>로 입력</a:t>
            </a:r>
            <a:endParaRPr lang="en-US" altLang="ko-KR" dirty="0" smtClean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전체적인 신호를 분석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6917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입력 </a:t>
            </a:r>
            <a:r>
              <a:rPr lang="ko-KR" altLang="en-US" dirty="0" smtClean="0"/>
              <a:t>순서</a:t>
            </a:r>
            <a:r>
              <a:rPr lang="en-US" altLang="ko-KR" dirty="0" smtClean="0"/>
              <a:t>: 0~127 </a:t>
            </a:r>
            <a:r>
              <a:rPr lang="ko-KR" altLang="en-US" dirty="0" smtClean="0"/>
              <a:t>모든 </a:t>
            </a:r>
            <a:r>
              <a:rPr lang="en-US" altLang="ko-KR" dirty="0" smtClean="0"/>
              <a:t>asci </a:t>
            </a:r>
            <a:r>
              <a:rPr lang="ko-KR" altLang="en-US" dirty="0" smtClean="0"/>
              <a:t>값에 대해 </a:t>
            </a:r>
            <a:r>
              <a:rPr lang="en-US" altLang="ko-KR" dirty="0" smtClean="0"/>
              <a:t>RX </a:t>
            </a:r>
            <a:r>
              <a:rPr lang="ko-KR" altLang="en-US" dirty="0" smtClean="0"/>
              <a:t>신호 입력</a:t>
            </a:r>
            <a:endParaRPr lang="en-US" altLang="ko-KR" dirty="0" smtClean="0"/>
          </a:p>
          <a:p>
            <a:r>
              <a:rPr lang="ko-KR" altLang="en-US" dirty="0" smtClean="0"/>
              <a:t>확인 </a:t>
            </a:r>
            <a:r>
              <a:rPr lang="en-US" altLang="ko-KR" dirty="0" smtClean="0"/>
              <a:t>ASCII </a:t>
            </a:r>
            <a:r>
              <a:rPr lang="ko-KR" altLang="en-US" dirty="0" smtClean="0"/>
              <a:t>데이터 </a:t>
            </a:r>
            <a:r>
              <a:rPr lang="en-US" altLang="ko-KR" dirty="0" smtClean="0"/>
              <a:t>: 0,1,R,r,L,l,U,u,D,d,S,s  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540" y="0"/>
            <a:ext cx="4061460" cy="687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4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236" y="1428750"/>
            <a:ext cx="10025827" cy="427871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91163" y="5804086"/>
            <a:ext cx="762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input = L   output = clear </a:t>
            </a:r>
            <a:r>
              <a:rPr lang="ko-KR" altLang="en-US" dirty="0" smtClean="0"/>
              <a:t>신호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Rx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baud_tick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다음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rx_done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1clk </a:t>
            </a:r>
            <a:r>
              <a:rPr lang="ko-KR" altLang="en-US" dirty="0" smtClean="0"/>
              <a:t>내보냄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rx_done</a:t>
            </a:r>
            <a:r>
              <a:rPr lang="ko-KR" altLang="en-US" dirty="0" smtClean="0"/>
              <a:t>입력에 대해 다음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clear </a:t>
            </a:r>
            <a:r>
              <a:rPr lang="ko-KR" altLang="en-US" dirty="0" smtClean="0"/>
              <a:t>신호를 </a:t>
            </a:r>
            <a:r>
              <a:rPr lang="en-US" altLang="ko-KR" dirty="0" smtClean="0"/>
              <a:t>1clk </a:t>
            </a:r>
            <a:r>
              <a:rPr lang="ko-KR" altLang="en-US" dirty="0" smtClean="0"/>
              <a:t>내보냄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7420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73963" y="876486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rx</a:t>
            </a:r>
            <a:r>
              <a:rPr lang="en-US" altLang="ko-KR" dirty="0" smtClean="0"/>
              <a:t> 0,1,r,l,u,d,s(</a:t>
            </a:r>
            <a:r>
              <a:rPr lang="ko-KR" altLang="en-US" dirty="0" smtClean="0"/>
              <a:t>대문자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소문자</a:t>
            </a:r>
            <a:r>
              <a:rPr lang="en-US" altLang="ko-KR" dirty="0" smtClean="0"/>
              <a:t>) </a:t>
            </a:r>
            <a:r>
              <a:rPr lang="ko-KR" altLang="en-US" dirty="0" smtClean="0"/>
              <a:t>에 대해서 확인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478"/>
            <a:ext cx="12192000" cy="42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8290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2324</TotalTime>
  <Words>119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돋움</vt:lpstr>
      <vt:lpstr>맑은 고딕</vt:lpstr>
      <vt:lpstr>Calibri</vt:lpstr>
      <vt:lpstr>Calibri Light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ASCII dEcOder</vt:lpstr>
      <vt:lpstr>module</vt:lpstr>
      <vt:lpstr>module</vt:lpstr>
      <vt:lpstr>testbench 시나리오</vt:lpstr>
      <vt:lpstr>simulation</vt:lpstr>
      <vt:lpstr>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154</cp:revision>
  <dcterms:created xsi:type="dcterms:W3CDTF">2026-01-26T09:32:19Z</dcterms:created>
  <dcterms:modified xsi:type="dcterms:W3CDTF">2026-02-13T00:16:02Z</dcterms:modified>
</cp:coreProperties>
</file>