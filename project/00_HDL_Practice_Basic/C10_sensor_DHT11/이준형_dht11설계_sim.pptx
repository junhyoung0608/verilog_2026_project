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22"/>
  </p:notesMasterIdLst>
  <p:sldIdLst>
    <p:sldId id="256" r:id="rId5"/>
    <p:sldId id="271" r:id="rId6"/>
    <p:sldId id="273" r:id="rId7"/>
    <p:sldId id="275" r:id="rId8"/>
    <p:sldId id="272" r:id="rId9"/>
    <p:sldId id="277" r:id="rId10"/>
    <p:sldId id="278" r:id="rId11"/>
    <p:sldId id="260" r:id="rId12"/>
    <p:sldId id="261" r:id="rId13"/>
    <p:sldId id="279" r:id="rId14"/>
    <p:sldId id="281" r:id="rId15"/>
    <p:sldId id="282" r:id="rId16"/>
    <p:sldId id="283" r:id="rId17"/>
    <p:sldId id="284" r:id="rId18"/>
    <p:sldId id="285" r:id="rId19"/>
    <p:sldId id="286" r:id="rId20"/>
    <p:sldId id="287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ccistc" initials="k" lastIdx="4" clrIdx="0">
    <p:extLst>
      <p:ext uri="{19B8F6BF-5375-455C-9EA6-DF929625EA0E}">
        <p15:presenceInfo xmlns:p15="http://schemas.microsoft.com/office/powerpoint/2012/main" userId="kccist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41450" y="1788454"/>
            <a:ext cx="9069857" cy="2098226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DHT11 </a:t>
            </a:r>
            <a:r>
              <a:rPr lang="en-US" altLang="ko-KR" b="1" dirty="0" smtClean="0"/>
              <a:t>simulation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3140" y="1657687"/>
            <a:ext cx="7203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tick 1us </a:t>
            </a:r>
            <a:r>
              <a:rPr lang="ko-KR" altLang="en-US" dirty="0" smtClean="0"/>
              <a:t>기준으로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동작 수행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031" y="0"/>
            <a:ext cx="3764376" cy="68644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432225"/>
            <a:ext cx="7072323" cy="302717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535615" y="6104793"/>
            <a:ext cx="1025769" cy="430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27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3140" y="1657687"/>
            <a:ext cx="7203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dhtio</a:t>
            </a:r>
            <a:r>
              <a:rPr lang="en-US" altLang="ko-KR" dirty="0" smtClean="0"/>
              <a:t> </a:t>
            </a:r>
            <a:r>
              <a:rPr lang="ko-KR" altLang="en-US" dirty="0" smtClean="0"/>
              <a:t>신호에 대해 </a:t>
            </a:r>
            <a:r>
              <a:rPr lang="ko-KR" altLang="en-US" dirty="0" err="1" smtClean="0"/>
              <a:t>싱크로나이저를</a:t>
            </a:r>
            <a:r>
              <a:rPr lang="ko-KR" altLang="en-US" dirty="0" smtClean="0"/>
              <a:t> 설계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err="1" smtClean="0"/>
              <a:t>싱크로나이저</a:t>
            </a:r>
            <a:r>
              <a:rPr lang="ko-KR" altLang="en-US" dirty="0" smtClean="0"/>
              <a:t> 없이 설계한 결과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Simulation</a:t>
            </a:r>
            <a:r>
              <a:rPr lang="ko-KR" altLang="en-US" dirty="0" smtClean="0"/>
              <a:t>에서는 통과함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FPGA</a:t>
            </a:r>
            <a:r>
              <a:rPr lang="ko-KR" altLang="en-US" dirty="0" smtClean="0"/>
              <a:t>에 간헐적으로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가 멈추는 문제 발생</a:t>
            </a:r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 err="1" smtClean="0"/>
              <a:t>싱크로나이저</a:t>
            </a:r>
            <a:r>
              <a:rPr lang="ko-KR" altLang="en-US" dirty="0" smtClean="0"/>
              <a:t> 설계로 </a:t>
            </a:r>
            <a:r>
              <a:rPr lang="ko-KR" altLang="en-US" dirty="0" smtClean="0"/>
              <a:t>문제해결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5" y="0"/>
            <a:ext cx="4595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8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3140" y="1657687"/>
            <a:ext cx="72038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IDLE : </a:t>
            </a:r>
          </a:p>
          <a:p>
            <a:pPr lvl="1"/>
            <a:r>
              <a:rPr lang="en-US" altLang="ko-KR" dirty="0" smtClean="0"/>
              <a:t>start </a:t>
            </a:r>
            <a:r>
              <a:rPr lang="ko-KR" altLang="en-US" dirty="0" smtClean="0"/>
              <a:t>입력 시 </a:t>
            </a:r>
            <a:r>
              <a:rPr lang="ko-KR" altLang="en-US" dirty="0" err="1" smtClean="0"/>
              <a:t>모듈동작에</a:t>
            </a:r>
            <a:r>
              <a:rPr lang="ko-KR" altLang="en-US" dirty="0" smtClean="0"/>
              <a:t> 필요한 데이터 초기</a:t>
            </a:r>
            <a:r>
              <a:rPr lang="ko-KR" altLang="en-US" dirty="0" smtClean="0"/>
              <a:t>화 및 </a:t>
            </a:r>
            <a:r>
              <a:rPr lang="en-US" altLang="ko-KR" dirty="0" smtClean="0"/>
              <a:t>START</a:t>
            </a:r>
            <a:r>
              <a:rPr lang="ko-KR" altLang="en-US" dirty="0" smtClean="0"/>
              <a:t>상태로 이동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S_START: 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dhtio</a:t>
            </a:r>
            <a:r>
              <a:rPr lang="en-US" altLang="ko-KR" dirty="0" smtClean="0"/>
              <a:t> = 0</a:t>
            </a:r>
          </a:p>
          <a:p>
            <a:pPr lvl="1"/>
            <a:r>
              <a:rPr lang="en-US" altLang="ko-KR" dirty="0" smtClean="0"/>
              <a:t>19000us </a:t>
            </a:r>
            <a:r>
              <a:rPr lang="ko-KR" altLang="en-US" dirty="0" smtClean="0"/>
              <a:t>이후</a:t>
            </a:r>
            <a:r>
              <a:rPr lang="en-US" altLang="ko-KR" dirty="0" smtClean="0"/>
              <a:t>, WAIT</a:t>
            </a:r>
            <a:r>
              <a:rPr lang="ko-KR" altLang="en-US" dirty="0" smtClean="0"/>
              <a:t>상태로 이동</a:t>
            </a:r>
            <a:endParaRPr lang="en-US" altLang="ko-KR" dirty="0" smtClean="0"/>
          </a:p>
          <a:p>
            <a:r>
              <a:rPr lang="en-US" altLang="ko-KR" dirty="0" smtClean="0"/>
              <a:t>WAIT:</a:t>
            </a:r>
          </a:p>
          <a:p>
            <a:pPr marL="457200" lvl="2"/>
            <a:r>
              <a:rPr lang="en-US" altLang="ko-KR" dirty="0" err="1"/>
              <a:t>dhtio</a:t>
            </a:r>
            <a:r>
              <a:rPr lang="en-US" altLang="ko-KR" dirty="0"/>
              <a:t> = 1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30</a:t>
            </a:r>
            <a:r>
              <a:rPr lang="en-US" altLang="ko-KR" dirty="0" smtClean="0"/>
              <a:t>us </a:t>
            </a:r>
            <a:r>
              <a:rPr lang="ko-KR" altLang="en-US" dirty="0" smtClean="0"/>
              <a:t>이후</a:t>
            </a:r>
            <a:r>
              <a:rPr lang="en-US" altLang="ko-KR" dirty="0" smtClean="0"/>
              <a:t>, SYNC_L</a:t>
            </a:r>
            <a:r>
              <a:rPr lang="ko-KR" altLang="en-US" dirty="0" smtClean="0"/>
              <a:t>상태로 이동 및 </a:t>
            </a:r>
            <a:r>
              <a:rPr lang="en-US" altLang="ko-KR" dirty="0" err="1" smtClean="0"/>
              <a:t>io_sel_reg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변경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12" y="4613031"/>
            <a:ext cx="6458851" cy="22449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55" y="0"/>
            <a:ext cx="3833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8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3140" y="1657687"/>
            <a:ext cx="7203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SYNC_L:</a:t>
            </a:r>
          </a:p>
          <a:p>
            <a:pPr lvl="1"/>
            <a:r>
              <a:rPr lang="en-US" altLang="ko-KR" dirty="0" smtClean="0"/>
              <a:t>d2_dhtio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SYNC_H</a:t>
            </a:r>
            <a:r>
              <a:rPr lang="ko-KR" altLang="en-US" dirty="0" smtClean="0"/>
              <a:t>상태로 이동</a:t>
            </a:r>
            <a:endParaRPr lang="en-US" altLang="ko-KR" dirty="0" smtClean="0"/>
          </a:p>
          <a:p>
            <a:r>
              <a:rPr lang="en-US" altLang="ko-KR" dirty="0" smtClean="0"/>
              <a:t>SYNC_H:</a:t>
            </a:r>
          </a:p>
          <a:p>
            <a:pPr lvl="1"/>
            <a:r>
              <a:rPr lang="en-US" altLang="ko-KR" dirty="0"/>
              <a:t>d2_dhtio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en-US" altLang="ko-KR" dirty="0" smtClean="0"/>
              <a:t>SYNC_C</a:t>
            </a:r>
            <a:r>
              <a:rPr lang="ko-KR" altLang="en-US" dirty="0" smtClean="0"/>
              <a:t>상태로 이동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0791"/>
          <a:stretch/>
        </p:blipFill>
        <p:spPr>
          <a:xfrm>
            <a:off x="8212015" y="0"/>
            <a:ext cx="3979985" cy="685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81" y="3810516"/>
            <a:ext cx="645885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58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3140" y="1657687"/>
            <a:ext cx="7203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SYNC_C:</a:t>
            </a:r>
          </a:p>
          <a:p>
            <a:r>
              <a:rPr lang="en-US" altLang="ko-KR" dirty="0" smtClean="0"/>
              <a:t>(d2_dhtio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1 &amp;&amp; d1_dhtio == 0)[d1_dhtio </a:t>
            </a:r>
            <a:r>
              <a:rPr lang="ko-KR" altLang="en-US" dirty="0" smtClean="0"/>
              <a:t>하강 </a:t>
            </a:r>
            <a:r>
              <a:rPr lang="en-US" altLang="ko-KR" dirty="0" err="1" smtClean="0"/>
              <a:t>egde</a:t>
            </a:r>
            <a:r>
              <a:rPr lang="en-US" altLang="ko-KR" dirty="0" smtClean="0"/>
              <a:t>] </a:t>
            </a:r>
            <a:r>
              <a:rPr lang="ko-KR" altLang="en-US" dirty="0" err="1" smtClean="0"/>
              <a:t>일때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dht11_data_reg[0]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dhtio</a:t>
            </a:r>
            <a:r>
              <a:rPr lang="ko-KR" altLang="en-US" dirty="0" smtClean="0"/>
              <a:t>의 신호 길이에 의한 데이터 입력 및</a:t>
            </a:r>
            <a:endParaRPr lang="en-US" altLang="ko-KR" dirty="0" smtClean="0"/>
          </a:p>
          <a:p>
            <a:r>
              <a:rPr lang="en-US" altLang="ko-KR" dirty="0" smtClean="0"/>
              <a:t>right shift </a:t>
            </a:r>
            <a:r>
              <a:rPr lang="ko-KR" altLang="en-US" dirty="0" smtClean="0"/>
              <a:t>진행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40bit </a:t>
            </a:r>
            <a:r>
              <a:rPr lang="en-US" altLang="ko-KR" dirty="0" err="1" smtClean="0"/>
              <a:t>dhtio</a:t>
            </a:r>
            <a:r>
              <a:rPr lang="en-US" altLang="ko-KR" dirty="0" smtClean="0"/>
              <a:t> input data</a:t>
            </a:r>
            <a:r>
              <a:rPr lang="ko-KR" altLang="en-US" dirty="0" smtClean="0"/>
              <a:t>에 대해 </a:t>
            </a:r>
            <a:r>
              <a:rPr lang="en-US" altLang="ko-KR" dirty="0" smtClean="0"/>
              <a:t>40</a:t>
            </a:r>
            <a:r>
              <a:rPr lang="ko-KR" altLang="en-US" dirty="0" smtClean="0"/>
              <a:t>번 </a:t>
            </a:r>
            <a:r>
              <a:rPr lang="ko-KR" altLang="en-US" dirty="0" err="1" smtClean="0"/>
              <a:t>순환시</a:t>
            </a:r>
            <a:r>
              <a:rPr lang="en-US" altLang="ko-KR" dirty="0" smtClean="0"/>
              <a:t>, STOP</a:t>
            </a:r>
            <a:r>
              <a:rPr lang="ko-KR" altLang="en-US" dirty="0" smtClean="0"/>
              <a:t>상태로 이동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11" y="3752417"/>
            <a:ext cx="6458851" cy="310558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14" y="0"/>
            <a:ext cx="4734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9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3140" y="1657687"/>
            <a:ext cx="7203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STOP:</a:t>
            </a:r>
          </a:p>
          <a:p>
            <a:pPr lvl="1"/>
            <a:r>
              <a:rPr lang="en-US" altLang="ko-KR" dirty="0" smtClean="0"/>
              <a:t>50us</a:t>
            </a:r>
            <a:r>
              <a:rPr lang="ko-KR" altLang="en-US" dirty="0" smtClean="0"/>
              <a:t>이후</a:t>
            </a:r>
            <a:r>
              <a:rPr lang="en-US" altLang="ko-KR" dirty="0" smtClean="0"/>
              <a:t>,</a:t>
            </a:r>
          </a:p>
          <a:p>
            <a:pPr lvl="1"/>
            <a:r>
              <a:rPr lang="en-US" altLang="ko-KR" dirty="0" err="1" smtClean="0"/>
              <a:t>io_sel_reg</a:t>
            </a:r>
            <a:r>
              <a:rPr lang="en-US" altLang="ko-KR" dirty="0"/>
              <a:t> </a:t>
            </a:r>
            <a:r>
              <a:rPr lang="en-US" altLang="ko-KR" dirty="0" smtClean="0"/>
              <a:t>= 1</a:t>
            </a:r>
          </a:p>
          <a:p>
            <a:pPr lvl="1"/>
            <a:r>
              <a:rPr lang="en-US" altLang="ko-KR" dirty="0" smtClean="0"/>
              <a:t>IDLE</a:t>
            </a:r>
            <a:r>
              <a:rPr lang="ko-KR" altLang="en-US" dirty="0" smtClean="0"/>
              <a:t>상태 이동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done = 1</a:t>
            </a:r>
          </a:p>
          <a:p>
            <a:pPr lvl="1"/>
            <a:r>
              <a:rPr lang="en-US" altLang="ko-KR" dirty="0" smtClean="0"/>
              <a:t>valid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check sum</a:t>
            </a:r>
            <a:r>
              <a:rPr lang="ko-KR" altLang="en-US" dirty="0" smtClean="0"/>
              <a:t>의 값이 맞을 시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출</a:t>
            </a:r>
            <a:r>
              <a:rPr lang="ko-KR" altLang="en-US" dirty="0"/>
              <a:t>력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392" y="0"/>
            <a:ext cx="5156608" cy="24794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69475"/>
            <a:ext cx="10088383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5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2293" y="659506"/>
            <a:ext cx="9601200" cy="1485900"/>
          </a:xfrm>
        </p:spPr>
        <p:txBody>
          <a:bodyPr/>
          <a:lstStyle/>
          <a:p>
            <a:r>
              <a:rPr lang="en-US" altLang="ko-KR" dirty="0" err="1" smtClean="0"/>
              <a:t>testbench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072" y="0"/>
            <a:ext cx="369824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10860" y="1631900"/>
            <a:ext cx="4108939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START: 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debounce</a:t>
            </a:r>
            <a:r>
              <a:rPr lang="ko-KR" altLang="en-US" dirty="0" smtClean="0"/>
              <a:t>에 대한 </a:t>
            </a:r>
            <a:r>
              <a:rPr lang="en-US" altLang="ko-KR" dirty="0" smtClean="0"/>
              <a:t>delay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r>
              <a:rPr lang="en-US" altLang="ko-KR" dirty="0" smtClean="0"/>
              <a:t>WAIT: 19msec + 30usec delay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10860" y="2735961"/>
            <a:ext cx="3944815" cy="9233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dhtio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top</a:t>
            </a:r>
            <a:r>
              <a:rPr lang="ko-KR" altLang="en-US" dirty="0" smtClean="0"/>
              <a:t>모듈 기준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으로 선언</a:t>
            </a:r>
            <a:endParaRPr lang="en-US" altLang="ko-KR" dirty="0" smtClean="0"/>
          </a:p>
          <a:p>
            <a:r>
              <a:rPr lang="en-US" altLang="ko-KR" dirty="0" smtClean="0"/>
              <a:t>SYNC_L: 80us delay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r>
              <a:rPr lang="en-US" altLang="ko-KR" dirty="0" smtClean="0"/>
              <a:t>SYNC_H: 80us delay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34307" y="4024742"/>
            <a:ext cx="4255478" cy="9233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dht11_test_data[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]</a:t>
            </a:r>
            <a:r>
              <a:rPr lang="ko-KR" altLang="en-US" dirty="0" smtClean="0"/>
              <a:t>의 상위 비트 </a:t>
            </a:r>
            <a:endParaRPr lang="en-US" altLang="ko-KR" dirty="0" smtClean="0"/>
          </a:p>
          <a:p>
            <a:r>
              <a:rPr lang="en-US" altLang="ko-KR" dirty="0" smtClean="0"/>
              <a:t>1</a:t>
            </a:r>
            <a:r>
              <a:rPr lang="ko-KR" altLang="en-US" dirty="0" err="1" smtClean="0"/>
              <a:t>인경우</a:t>
            </a:r>
            <a:r>
              <a:rPr lang="en-US" altLang="ko-KR" dirty="0" smtClean="0"/>
              <a:t>: 70000 delay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r>
              <a:rPr lang="en-US" altLang="ko-KR" dirty="0" smtClean="0"/>
              <a:t>0</a:t>
            </a:r>
            <a:r>
              <a:rPr lang="ko-KR" altLang="en-US" dirty="0" err="1" smtClean="0"/>
              <a:t>인경우</a:t>
            </a:r>
            <a:r>
              <a:rPr lang="en-US" altLang="ko-KR" dirty="0" smtClean="0"/>
              <a:t>: 28000 delay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34307" y="5487537"/>
            <a:ext cx="4355123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50000 delay </a:t>
            </a:r>
            <a:r>
              <a:rPr lang="ko-KR" altLang="en-US" dirty="0" smtClean="0"/>
              <a:t>후</a:t>
            </a:r>
            <a:r>
              <a:rPr lang="en-US" altLang="ko-KR" dirty="0" smtClean="0"/>
              <a:t>,</a:t>
            </a:r>
          </a:p>
          <a:p>
            <a:r>
              <a:rPr lang="en-US" altLang="ko-KR" dirty="0" err="1" smtClean="0"/>
              <a:t>dhtio</a:t>
            </a:r>
            <a:r>
              <a:rPr lang="ko-KR" altLang="en-US" dirty="0"/>
              <a:t>는 </a:t>
            </a:r>
            <a:r>
              <a:rPr lang="en-US" altLang="ko-KR" dirty="0"/>
              <a:t>top</a:t>
            </a:r>
            <a:r>
              <a:rPr lang="ko-KR" altLang="en-US" dirty="0"/>
              <a:t>모듈 기준 </a:t>
            </a:r>
            <a:r>
              <a:rPr lang="en-US" altLang="ko-KR" dirty="0" smtClean="0"/>
              <a:t>output</a:t>
            </a:r>
            <a:r>
              <a:rPr lang="ko-KR" altLang="en-US" dirty="0"/>
              <a:t>으로 </a:t>
            </a:r>
            <a:r>
              <a:rPr lang="ko-KR" altLang="en-US" dirty="0" smtClean="0"/>
              <a:t>선언</a:t>
            </a:r>
            <a:endParaRPr lang="en-US" altLang="ko-KR" dirty="0" smtClean="0"/>
          </a:p>
        </p:txBody>
      </p:sp>
      <p:cxnSp>
        <p:nvCxnSpPr>
          <p:cNvPr id="13" name="직선 화살표 연결선 12"/>
          <p:cNvCxnSpPr>
            <a:stCxn id="15" idx="1"/>
            <a:endCxn id="7" idx="3"/>
          </p:cNvCxnSpPr>
          <p:nvPr/>
        </p:nvCxnSpPr>
        <p:spPr>
          <a:xfrm flipH="1">
            <a:off x="6019799" y="991652"/>
            <a:ext cx="2614248" cy="9634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왼쪽 대괄호 14"/>
          <p:cNvSpPr/>
          <p:nvPr/>
        </p:nvSpPr>
        <p:spPr>
          <a:xfrm>
            <a:off x="8634047" y="429996"/>
            <a:ext cx="413238" cy="1123311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왼쪽 대괄호 17"/>
          <p:cNvSpPr/>
          <p:nvPr/>
        </p:nvSpPr>
        <p:spPr>
          <a:xfrm>
            <a:off x="8692661" y="1797553"/>
            <a:ext cx="413238" cy="1291478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왼쪽 대괄호 19"/>
          <p:cNvSpPr/>
          <p:nvPr/>
        </p:nvSpPr>
        <p:spPr>
          <a:xfrm>
            <a:off x="8544072" y="3372087"/>
            <a:ext cx="413238" cy="2202236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왼쪽 대괄호 20"/>
          <p:cNvSpPr/>
          <p:nvPr/>
        </p:nvSpPr>
        <p:spPr>
          <a:xfrm>
            <a:off x="8634047" y="5748784"/>
            <a:ext cx="413238" cy="544589"/>
          </a:xfrm>
          <a:prstGeom prst="leftBracke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stCxn id="18" idx="1"/>
            <a:endCxn id="9" idx="3"/>
          </p:cNvCxnSpPr>
          <p:nvPr/>
        </p:nvCxnSpPr>
        <p:spPr>
          <a:xfrm flipH="1">
            <a:off x="5855675" y="2443292"/>
            <a:ext cx="2836986" cy="7543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20" idx="1"/>
            <a:endCxn id="10" idx="3"/>
          </p:cNvCxnSpPr>
          <p:nvPr/>
        </p:nvCxnSpPr>
        <p:spPr>
          <a:xfrm flipH="1">
            <a:off x="6189785" y="4473205"/>
            <a:ext cx="2354287" cy="132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21" idx="1"/>
            <a:endCxn id="11" idx="3"/>
          </p:cNvCxnSpPr>
          <p:nvPr/>
        </p:nvCxnSpPr>
        <p:spPr>
          <a:xfrm flipH="1" flipV="1">
            <a:off x="6289430" y="5810703"/>
            <a:ext cx="2344617" cy="2103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1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0550" y="5499589"/>
            <a:ext cx="695325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IDLE -&gt; START</a:t>
            </a:r>
          </a:p>
          <a:p>
            <a:r>
              <a:rPr lang="en-US" altLang="ko-KR" dirty="0" smtClean="0"/>
              <a:t>start </a:t>
            </a:r>
            <a:r>
              <a:rPr lang="ko-KR" altLang="en-US" dirty="0" smtClean="0"/>
              <a:t>입력 시 </a:t>
            </a:r>
            <a:r>
              <a:rPr lang="en-US" altLang="ko-KR" dirty="0"/>
              <a:t>IDLE -&gt; </a:t>
            </a:r>
            <a:r>
              <a:rPr lang="en-US" altLang="ko-KR" dirty="0" smtClean="0"/>
              <a:t>START</a:t>
            </a:r>
            <a:r>
              <a:rPr lang="ko-KR" altLang="en-US" dirty="0"/>
              <a:t> </a:t>
            </a:r>
            <a:r>
              <a:rPr lang="ko-KR" altLang="en-US" dirty="0" smtClean="0"/>
              <a:t>이동 확인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err="1" smtClean="0"/>
              <a:t>dhtio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싱크로나이저</a:t>
            </a:r>
            <a:r>
              <a:rPr lang="ko-KR" altLang="en-US" dirty="0" smtClean="0"/>
              <a:t> </a:t>
            </a:r>
            <a:r>
              <a:rPr lang="en-US" altLang="ko-KR" dirty="0" smtClean="0"/>
              <a:t>d1_dhtio, d2_dhtio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delay </a:t>
            </a:r>
            <a:r>
              <a:rPr lang="ko-KR" altLang="en-US" dirty="0" smtClean="0"/>
              <a:t>동작 확인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999"/>
            <a:ext cx="12192000" cy="387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5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18827" y="5874727"/>
            <a:ext cx="69532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START</a:t>
            </a:r>
            <a:endParaRPr lang="en-US" altLang="ko-KR" dirty="0"/>
          </a:p>
          <a:p>
            <a:r>
              <a:rPr lang="en-US" altLang="ko-KR" dirty="0" smtClean="0"/>
              <a:t>19000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동안 </a:t>
            </a:r>
            <a:r>
              <a:rPr lang="en-US" altLang="ko-KR" dirty="0"/>
              <a:t>START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상태 유지 및 </a:t>
            </a:r>
            <a:r>
              <a:rPr lang="en-US" altLang="ko-KR" dirty="0" err="1" smtClean="0"/>
              <a:t>dhtio</a:t>
            </a:r>
            <a:r>
              <a:rPr lang="en-US" altLang="ko-KR" dirty="0" smtClean="0"/>
              <a:t> = 0 </a:t>
            </a:r>
            <a:r>
              <a:rPr lang="ko-KR" altLang="en-US" dirty="0" smtClean="0"/>
              <a:t>유지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14" y="2933686"/>
            <a:ext cx="11004439" cy="26980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055" y="0"/>
            <a:ext cx="6810945" cy="269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7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18827" y="5874727"/>
            <a:ext cx="69532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WAIT</a:t>
            </a:r>
          </a:p>
          <a:p>
            <a:r>
              <a:rPr lang="en-US" altLang="ko-KR" dirty="0" smtClean="0"/>
              <a:t>29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동안 </a:t>
            </a:r>
            <a:r>
              <a:rPr lang="en-US" altLang="ko-KR" dirty="0" smtClean="0"/>
              <a:t>WAIT </a:t>
            </a:r>
            <a:r>
              <a:rPr lang="ko-KR" altLang="en-US" dirty="0" smtClean="0"/>
              <a:t>상태 유지 및 </a:t>
            </a:r>
            <a:r>
              <a:rPr lang="en-US" altLang="ko-KR" dirty="0" err="1" smtClean="0"/>
              <a:t>dhtio</a:t>
            </a:r>
            <a:r>
              <a:rPr lang="en-US" altLang="ko-KR" dirty="0" smtClean="0"/>
              <a:t> = 1 </a:t>
            </a:r>
            <a:r>
              <a:rPr lang="ko-KR" altLang="en-US" dirty="0" smtClean="0"/>
              <a:t>유지</a:t>
            </a:r>
            <a:endParaRPr lang="en-US" altLang="ko-KR" dirty="0" smtClean="0"/>
          </a:p>
          <a:p>
            <a:r>
              <a:rPr lang="ko-KR" altLang="en-US" dirty="0" smtClean="0"/>
              <a:t>이후 </a:t>
            </a:r>
            <a:r>
              <a:rPr lang="en-US" altLang="ko-KR" dirty="0" smtClean="0"/>
              <a:t>SYNC_L</a:t>
            </a:r>
            <a:r>
              <a:rPr lang="ko-KR" altLang="en-US" dirty="0" smtClean="0"/>
              <a:t>로 이동 </a:t>
            </a:r>
            <a:r>
              <a:rPr lang="ko-KR" altLang="en-US" dirty="0" smtClean="0"/>
              <a:t>및 </a:t>
            </a:r>
            <a:r>
              <a:rPr lang="en-US" altLang="ko-KR" dirty="0" err="1" smtClean="0"/>
              <a:t>io_sel_reg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유지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06" y="1709270"/>
            <a:ext cx="11632018" cy="322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9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18827" y="5874727"/>
            <a:ext cx="69532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SYNC_L -&gt; SYNC_H</a:t>
            </a:r>
          </a:p>
          <a:p>
            <a:r>
              <a:rPr lang="en-US" altLang="ko-KR" dirty="0" smtClean="0"/>
              <a:t>(d2_dhtio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</a:t>
            </a:r>
            <a:r>
              <a:rPr lang="ko-KR" altLang="en-US" dirty="0" smtClean="0"/>
              <a:t> </a:t>
            </a:r>
            <a:r>
              <a:rPr lang="en-US" altLang="ko-KR" dirty="0" smtClean="0"/>
              <a:t>1) &amp;&amp; (tick_1us) </a:t>
            </a:r>
            <a:r>
              <a:rPr lang="ko-KR" altLang="en-US" dirty="0" err="1" smtClean="0"/>
              <a:t>일때</a:t>
            </a:r>
            <a:r>
              <a:rPr lang="en-US" altLang="ko-KR" dirty="0" smtClean="0"/>
              <a:t>, SYNC_H </a:t>
            </a:r>
            <a:r>
              <a:rPr lang="ko-KR" altLang="en-US" dirty="0" smtClean="0"/>
              <a:t>상태 이동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9325"/>
            <a:ext cx="12192000" cy="287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69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18827" y="5874727"/>
            <a:ext cx="69532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SYNC_H -&gt; SYNC_C</a:t>
            </a:r>
          </a:p>
          <a:p>
            <a:r>
              <a:rPr lang="en-US" altLang="ko-KR" dirty="0" smtClean="0"/>
              <a:t>(d2_dhtio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</a:t>
            </a:r>
            <a:r>
              <a:rPr lang="ko-KR" altLang="en-US" dirty="0" smtClean="0"/>
              <a:t> </a:t>
            </a:r>
            <a:r>
              <a:rPr lang="en-US" altLang="ko-KR" dirty="0"/>
              <a:t>0</a:t>
            </a:r>
            <a:r>
              <a:rPr lang="en-US" altLang="ko-KR" dirty="0" smtClean="0"/>
              <a:t>) &amp;&amp; (tick_1us) </a:t>
            </a:r>
            <a:r>
              <a:rPr lang="ko-KR" altLang="en-US" dirty="0" err="1" smtClean="0"/>
              <a:t>일때</a:t>
            </a:r>
            <a:r>
              <a:rPr lang="en-US" altLang="ko-KR" dirty="0" smtClean="0"/>
              <a:t>, SYNC_C </a:t>
            </a:r>
            <a:r>
              <a:rPr lang="ko-KR" altLang="en-US" dirty="0" smtClean="0"/>
              <a:t>상태 이동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2" y="1561839"/>
            <a:ext cx="11974596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5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689" y="5681296"/>
            <a:ext cx="69532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SYNC_C</a:t>
            </a:r>
          </a:p>
          <a:p>
            <a:r>
              <a:rPr lang="en-US" altLang="ko-KR" dirty="0" smtClean="0"/>
              <a:t>d2_dhtio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tick_cnt_reg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1tick_1us</a:t>
            </a:r>
            <a:r>
              <a:rPr lang="ko-KR" altLang="en-US" dirty="0" smtClean="0"/>
              <a:t>마다 증가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74" y="1428750"/>
            <a:ext cx="10689570" cy="299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97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226" y="5328266"/>
            <a:ext cx="767226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SYNC_C</a:t>
            </a:r>
          </a:p>
          <a:p>
            <a:r>
              <a:rPr lang="en-US" altLang="ko-KR" dirty="0" err="1" smtClean="0"/>
              <a:t>tick_cnt_reg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45 </a:t>
            </a:r>
            <a:r>
              <a:rPr lang="ko-KR" altLang="en-US" dirty="0" smtClean="0"/>
              <a:t>기준으로 낮을 시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dht11_data_reg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right shift </a:t>
            </a:r>
            <a:r>
              <a:rPr lang="ko-KR" altLang="en-US" dirty="0" smtClean="0"/>
              <a:t>후 하위 </a:t>
            </a:r>
            <a:r>
              <a:rPr lang="en-US" altLang="ko-KR" dirty="0" smtClean="0"/>
              <a:t>bit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0</a:t>
            </a:r>
            <a:r>
              <a:rPr lang="ko-KR" altLang="en-US" dirty="0" smtClean="0"/>
              <a:t>입력</a:t>
            </a:r>
            <a:endParaRPr lang="en-US" altLang="ko-KR" dirty="0" smtClean="0"/>
          </a:p>
          <a:p>
            <a:r>
              <a:rPr lang="en-US" altLang="ko-KR" dirty="0" err="1"/>
              <a:t>tick_cnt_reg</a:t>
            </a:r>
            <a:r>
              <a:rPr lang="en-US" altLang="ko-KR" dirty="0"/>
              <a:t> </a:t>
            </a:r>
            <a:r>
              <a:rPr lang="ko-KR" altLang="en-US" dirty="0"/>
              <a:t>가 </a:t>
            </a:r>
            <a:r>
              <a:rPr lang="en-US" altLang="ko-KR" dirty="0"/>
              <a:t>45 </a:t>
            </a:r>
            <a:r>
              <a:rPr lang="ko-KR" altLang="en-US" dirty="0"/>
              <a:t>기준으로 </a:t>
            </a:r>
            <a:r>
              <a:rPr lang="ko-KR" altLang="en-US" dirty="0" smtClean="0"/>
              <a:t>높을 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dht11_data_reg</a:t>
            </a:r>
            <a:r>
              <a:rPr lang="ko-KR" altLang="en-US" dirty="0"/>
              <a:t>는 </a:t>
            </a:r>
            <a:r>
              <a:rPr lang="en-US" altLang="ko-KR" dirty="0"/>
              <a:t>right shift </a:t>
            </a:r>
            <a:r>
              <a:rPr lang="ko-KR" altLang="en-US" dirty="0"/>
              <a:t>후 하위 </a:t>
            </a:r>
            <a:r>
              <a:rPr lang="en-US" altLang="ko-KR" dirty="0"/>
              <a:t>bit</a:t>
            </a:r>
            <a:r>
              <a:rPr lang="ko-KR" altLang="en-US" dirty="0"/>
              <a:t>에 </a:t>
            </a:r>
            <a:r>
              <a:rPr lang="en-US" altLang="ko-KR" dirty="0" smtClean="0"/>
              <a:t>1</a:t>
            </a:r>
            <a:r>
              <a:rPr lang="ko-KR" altLang="en-US" dirty="0" smtClean="0"/>
              <a:t>입력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84" y="252779"/>
            <a:ext cx="11088647" cy="23519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83" y="2684712"/>
            <a:ext cx="11088647" cy="256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74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93" y="1298989"/>
            <a:ext cx="10262904" cy="4680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28226" y="5979140"/>
            <a:ext cx="76722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SYNC_C -&gt; STOP</a:t>
            </a:r>
          </a:p>
          <a:p>
            <a:r>
              <a:rPr lang="en-US" altLang="ko-KR" dirty="0" err="1" smtClean="0"/>
              <a:t>bit_cnt_reg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40</a:t>
            </a:r>
            <a:r>
              <a:rPr lang="ko-KR" altLang="en-US" dirty="0" smtClean="0"/>
              <a:t>이고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dhtio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일 시</a:t>
            </a:r>
            <a:r>
              <a:rPr lang="en-US" altLang="ko-KR" dirty="0" smtClean="0"/>
              <a:t>, STOP</a:t>
            </a:r>
            <a:r>
              <a:rPr lang="ko-KR" altLang="en-US" dirty="0" smtClean="0"/>
              <a:t>상태 이동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73216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23426" y="4681788"/>
            <a:ext cx="767226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STOP -&gt; IDLE</a:t>
            </a:r>
          </a:p>
          <a:p>
            <a:r>
              <a:rPr lang="en-US" altLang="ko-KR" dirty="0" smtClean="0"/>
              <a:t>STOP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tick_cnt_reg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49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후</a:t>
            </a:r>
            <a:r>
              <a:rPr lang="en-US" altLang="ko-KR" dirty="0" smtClean="0"/>
              <a:t>, done, valid </a:t>
            </a:r>
            <a:r>
              <a:rPr lang="ko-KR" altLang="en-US" dirty="0" smtClean="0"/>
              <a:t>발생</a:t>
            </a:r>
            <a:endParaRPr lang="en-US" altLang="ko-KR" dirty="0" smtClean="0"/>
          </a:p>
          <a:p>
            <a:r>
              <a:rPr lang="ko-KR" altLang="en-US" dirty="0" smtClean="0"/>
              <a:t>이후</a:t>
            </a:r>
            <a:r>
              <a:rPr lang="en-US" altLang="ko-KR" dirty="0" smtClean="0"/>
              <a:t>, IDLE</a:t>
            </a:r>
            <a:r>
              <a:rPr lang="ko-KR" altLang="en-US" dirty="0" smtClean="0"/>
              <a:t>로 이동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[input] </a:t>
            </a:r>
            <a:r>
              <a:rPr lang="en-US" altLang="ko-KR" dirty="0" smtClean="0"/>
              <a:t>	test data</a:t>
            </a:r>
            <a:r>
              <a:rPr lang="en-US" altLang="ko-KR" dirty="0"/>
              <a:t> </a:t>
            </a:r>
            <a:r>
              <a:rPr lang="en-US" altLang="ko-KR" dirty="0" smtClean="0"/>
              <a:t>= 24084f63de</a:t>
            </a:r>
          </a:p>
          <a:p>
            <a:r>
              <a:rPr lang="en-US" altLang="ko-KR" dirty="0"/>
              <a:t>[output] </a:t>
            </a:r>
            <a:r>
              <a:rPr lang="en-US" altLang="ko-KR" dirty="0" smtClean="0"/>
              <a:t>	</a:t>
            </a:r>
            <a:r>
              <a:rPr lang="en-US" altLang="ko-KR" dirty="0" err="1" smtClean="0"/>
              <a:t>hymidity</a:t>
            </a:r>
            <a:r>
              <a:rPr lang="en-US" altLang="ko-KR" dirty="0" smtClean="0"/>
              <a:t>= 2408</a:t>
            </a:r>
          </a:p>
          <a:p>
            <a:r>
              <a:rPr lang="en-US" altLang="ko-KR" dirty="0"/>
              <a:t>[output] </a:t>
            </a:r>
            <a:r>
              <a:rPr lang="en-US" altLang="ko-KR" dirty="0" smtClean="0"/>
              <a:t>	temperature = 4f63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5" y="1505615"/>
            <a:ext cx="11793806" cy="280847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5" y="619012"/>
            <a:ext cx="11717385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7718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2496</TotalTime>
  <Words>420</Words>
  <Application>Microsoft Office PowerPoint</Application>
  <PresentationFormat>와이드스크린</PresentationFormat>
  <Paragraphs>88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돋움</vt:lpstr>
      <vt:lpstr>맑은 고딕</vt:lpstr>
      <vt:lpstr>Calibri</vt:lpstr>
      <vt:lpstr>Calibri Light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DHT11 simulation</vt:lpstr>
      <vt:lpstr>module</vt:lpstr>
      <vt:lpstr>module</vt:lpstr>
      <vt:lpstr>module</vt:lpstr>
      <vt:lpstr>module</vt:lpstr>
      <vt:lpstr>module</vt:lpstr>
      <vt:lpstr>module</vt:lpstr>
      <vt:lpstr>testbench 시나리오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176</cp:revision>
  <dcterms:created xsi:type="dcterms:W3CDTF">2026-01-26T09:32:19Z</dcterms:created>
  <dcterms:modified xsi:type="dcterms:W3CDTF">2026-02-19T09:13:29Z</dcterms:modified>
</cp:coreProperties>
</file>