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DF35-5BF8-47C4-9495-2910E1C8562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A76A-D68E-42F6-9C73-2C4897659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718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DF35-5BF8-47C4-9495-2910E1C8562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A76A-D68E-42F6-9C73-2C4897659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5976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DF35-5BF8-47C4-9495-2910E1C8562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A76A-D68E-42F6-9C73-2C4897659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4522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DF35-5BF8-47C4-9495-2910E1C8562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A76A-D68E-42F6-9C73-2C4897659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056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DF35-5BF8-47C4-9495-2910E1C8562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A76A-D68E-42F6-9C73-2C4897659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4139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DF35-5BF8-47C4-9495-2910E1C8562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A76A-D68E-42F6-9C73-2C4897659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904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DF35-5BF8-47C4-9495-2910E1C8562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A76A-D68E-42F6-9C73-2C4897659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873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DF35-5BF8-47C4-9495-2910E1C8562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A76A-D68E-42F6-9C73-2C4897659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205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DF35-5BF8-47C4-9495-2910E1C8562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A76A-D68E-42F6-9C73-2C4897659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821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DF35-5BF8-47C4-9495-2910E1C8562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A76A-D68E-42F6-9C73-2C4897659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2569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DF35-5BF8-47C4-9495-2910E1C8562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4A76A-D68E-42F6-9C73-2C4897659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3690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66DF35-5BF8-47C4-9495-2910E1C8562D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E4A76A-D68E-42F6-9C73-2C4897659D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3030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08561" y="1122363"/>
            <a:ext cx="10774878" cy="2387600"/>
          </a:xfrm>
        </p:spPr>
        <p:txBody>
          <a:bodyPr/>
          <a:lstStyle/>
          <a:p>
            <a:r>
              <a:rPr lang="en-US" altLang="ko-KR" dirty="0" smtClean="0"/>
              <a:t>8bit</a:t>
            </a:r>
            <a:r>
              <a:rPr lang="en-US" altLang="ko-KR" dirty="0"/>
              <a:t> </a:t>
            </a:r>
            <a:r>
              <a:rPr lang="en-US" altLang="ko-KR" dirty="0" smtClean="0"/>
              <a:t>Adder + FND </a:t>
            </a:r>
            <a:r>
              <a:rPr lang="ko-KR" altLang="en-US" dirty="0" smtClean="0"/>
              <a:t>시뮬레이션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ko-KR" altLang="en-US" dirty="0" err="1" smtClean="0"/>
              <a:t>온디바이스</a:t>
            </a:r>
            <a:r>
              <a:rPr lang="ko-KR" altLang="en-US" dirty="0" smtClean="0"/>
              <a:t> </a:t>
            </a:r>
            <a:r>
              <a:rPr lang="en-US" altLang="ko-KR" dirty="0" smtClean="0"/>
              <a:t>AI </a:t>
            </a:r>
            <a:r>
              <a:rPr lang="ko-KR" altLang="en-US" dirty="0" smtClean="0"/>
              <a:t>이준형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1737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err="1" smtClean="0"/>
              <a:t>testbench</a:t>
            </a:r>
            <a:endParaRPr lang="ko-KR" altLang="en-US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019" y="1610187"/>
            <a:ext cx="2241908" cy="48233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12331" y="3623054"/>
            <a:ext cx="5094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반복문을</a:t>
            </a:r>
            <a:r>
              <a:rPr lang="ko-KR" altLang="en-US" dirty="0" smtClean="0"/>
              <a:t> 활용해 </a:t>
            </a:r>
            <a:endParaRPr lang="en-US" altLang="ko-KR" dirty="0" smtClean="0"/>
          </a:p>
          <a:p>
            <a:r>
              <a:rPr lang="ko-KR" altLang="en-US" dirty="0" smtClean="0"/>
              <a:t>각각 </a:t>
            </a:r>
            <a:r>
              <a:rPr lang="en-US" altLang="ko-KR" dirty="0" smtClean="0"/>
              <a:t>a,</a:t>
            </a:r>
            <a:r>
              <a:rPr lang="ko-KR" altLang="en-US" dirty="0" smtClean="0"/>
              <a:t> </a:t>
            </a:r>
            <a:r>
              <a:rPr lang="en-US" altLang="ko-KR" dirty="0" smtClean="0"/>
              <a:t>b</a:t>
            </a:r>
            <a:r>
              <a:rPr lang="ko-KR" altLang="en-US" dirty="0" smtClean="0"/>
              <a:t>의 모든 </a:t>
            </a:r>
            <a:r>
              <a:rPr lang="en-US" altLang="ko-KR" dirty="0" smtClean="0"/>
              <a:t>case</a:t>
            </a:r>
            <a:r>
              <a:rPr lang="ko-KR" altLang="en-US" dirty="0" smtClean="0"/>
              <a:t>를 확인하기 위해 작성함</a:t>
            </a:r>
            <a:endParaRPr lang="en-US" altLang="ko-KR" dirty="0"/>
          </a:p>
        </p:txBody>
      </p:sp>
      <p:sp>
        <p:nvSpPr>
          <p:cNvPr id="7" name="직사각형 6"/>
          <p:cNvSpPr/>
          <p:nvPr/>
        </p:nvSpPr>
        <p:spPr>
          <a:xfrm>
            <a:off x="5212331" y="1690688"/>
            <a:ext cx="2821326" cy="14773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 smtClean="0"/>
              <a:t>Input: 	a(8bit), </a:t>
            </a:r>
          </a:p>
          <a:p>
            <a:r>
              <a:rPr lang="en-US" altLang="ko-KR" dirty="0" smtClean="0"/>
              <a:t>	b(8bit)</a:t>
            </a:r>
          </a:p>
          <a:p>
            <a:r>
              <a:rPr lang="en-US" altLang="ko-KR" dirty="0" smtClean="0"/>
              <a:t>Output: </a:t>
            </a:r>
            <a:r>
              <a:rPr lang="en-US" altLang="ko-KR" dirty="0" err="1" smtClean="0"/>
              <a:t>fnd_data</a:t>
            </a:r>
            <a:r>
              <a:rPr lang="en-US" altLang="ko-KR" dirty="0" smtClean="0"/>
              <a:t>(8bit), </a:t>
            </a:r>
          </a:p>
          <a:p>
            <a:r>
              <a:rPr lang="en-US" altLang="ko-KR" dirty="0" smtClean="0"/>
              <a:t>	</a:t>
            </a:r>
            <a:r>
              <a:rPr lang="en-US" altLang="ko-KR" dirty="0" err="1" smtClean="0"/>
              <a:t>fnd_digit</a:t>
            </a:r>
            <a:r>
              <a:rPr lang="en-US" altLang="ko-KR" dirty="0" smtClean="0"/>
              <a:t>(4bit),</a:t>
            </a:r>
          </a:p>
          <a:p>
            <a:r>
              <a:rPr lang="en-US" altLang="ko-KR" dirty="0" smtClean="0"/>
              <a:t>	c</a:t>
            </a:r>
          </a:p>
        </p:txBody>
      </p:sp>
    </p:spTree>
    <p:extLst>
      <p:ext uri="{BB962C8B-B14F-4D97-AF65-F5344CB8AC3E}">
        <p14:creationId xmlns:p14="http://schemas.microsoft.com/office/powerpoint/2010/main" val="2318982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waveform</a:t>
            </a:r>
            <a:endParaRPr lang="ko-KR" alt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291449" y="1780505"/>
            <a:ext cx="3408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8500789"/>
              </p:ext>
            </p:extLst>
          </p:nvPr>
        </p:nvGraphicFramePr>
        <p:xfrm>
          <a:off x="7956466" y="1739240"/>
          <a:ext cx="2963554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777">
                  <a:extLst>
                    <a:ext uri="{9D8B030D-6E8A-4147-A177-3AD203B41FA5}">
                      <a16:colId xmlns:a16="http://schemas.microsoft.com/office/drawing/2014/main" val="1430460388"/>
                    </a:ext>
                  </a:extLst>
                </a:gridCol>
                <a:gridCol w="1481777">
                  <a:extLst>
                    <a:ext uri="{9D8B030D-6E8A-4147-A177-3AD203B41FA5}">
                      <a16:colId xmlns:a16="http://schemas.microsoft.com/office/drawing/2014/main" val="3421031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C0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028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mtClean="0"/>
                        <a:t>f9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779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906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B0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824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99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614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92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162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82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713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915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80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943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90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002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나머지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/>
                        <a:t>ff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61503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90004" y="5818480"/>
            <a:ext cx="24096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 smtClean="0"/>
              <a:t>&lt;</a:t>
            </a:r>
            <a:r>
              <a:rPr lang="en-US" altLang="ko-KR" sz="1050" dirty="0" err="1" smtClean="0"/>
              <a:t>fnd</a:t>
            </a:r>
            <a:r>
              <a:rPr lang="ko-KR" altLang="en-US" sz="1050" dirty="0" smtClean="0"/>
              <a:t>의 </a:t>
            </a:r>
            <a:r>
              <a:rPr lang="en-US" altLang="ko-KR" sz="1050" dirty="0" smtClean="0"/>
              <a:t>10</a:t>
            </a:r>
            <a:r>
              <a:rPr lang="ko-KR" altLang="en-US" sz="1050" dirty="0" smtClean="0"/>
              <a:t>진수와 </a:t>
            </a:r>
            <a:r>
              <a:rPr lang="en-US" altLang="ko-KR" sz="1050" dirty="0" smtClean="0"/>
              <a:t>16</a:t>
            </a:r>
            <a:r>
              <a:rPr lang="ko-KR" altLang="en-US" sz="1050" dirty="0" smtClean="0"/>
              <a:t>진수 표현</a:t>
            </a:r>
            <a:r>
              <a:rPr lang="en-US" altLang="ko-KR" sz="1050" dirty="0" smtClean="0"/>
              <a:t>&gt;</a:t>
            </a:r>
            <a:endParaRPr lang="ko-KR" altLang="en-US" sz="1050" dirty="0"/>
          </a:p>
        </p:txBody>
      </p:sp>
      <p:sp>
        <p:nvSpPr>
          <p:cNvPr id="10" name="TextBox 9"/>
          <p:cNvSpPr txBox="1"/>
          <p:nvPr/>
        </p:nvSpPr>
        <p:spPr>
          <a:xfrm>
            <a:off x="891143" y="3728852"/>
            <a:ext cx="692875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 smtClean="0"/>
              <a:t>fnd_data</a:t>
            </a:r>
            <a:r>
              <a:rPr lang="en-US" altLang="ko-KR" b="1" dirty="0" smtClean="0"/>
              <a:t>:</a:t>
            </a:r>
          </a:p>
          <a:p>
            <a:pPr lvl="1"/>
            <a:r>
              <a:rPr lang="en-US" altLang="ko-KR" dirty="0" err="1" smtClean="0"/>
              <a:t>fnd_data</a:t>
            </a:r>
            <a:r>
              <a:rPr lang="ko-KR" altLang="en-US" dirty="0" smtClean="0"/>
              <a:t>는 </a:t>
            </a:r>
            <a:r>
              <a:rPr lang="en-US" altLang="ko-KR" dirty="0" err="1" smtClean="0"/>
              <a:t>a,b</a:t>
            </a:r>
            <a:r>
              <a:rPr lang="ko-KR" altLang="en-US" dirty="0" smtClean="0"/>
              <a:t>의 합에 </a:t>
            </a:r>
            <a:r>
              <a:rPr lang="en-US" altLang="ko-KR" dirty="0" smtClean="0"/>
              <a:t>1</a:t>
            </a:r>
            <a:r>
              <a:rPr lang="ko-KR" altLang="en-US" dirty="0" smtClean="0"/>
              <a:t>의 자리 수가 반복적인 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규칙을 가지며 </a:t>
            </a:r>
            <a:r>
              <a:rPr lang="en-US" altLang="ko-KR" dirty="0" smtClean="0"/>
              <a:t>c0,fg,a4,….90</a:t>
            </a:r>
            <a:r>
              <a:rPr lang="ko-KR" altLang="en-US" dirty="0" smtClean="0"/>
              <a:t>순으로 값이 변하며 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그 이상의 </a:t>
            </a:r>
            <a:r>
              <a:rPr lang="en-US" altLang="ko-KR" dirty="0" err="1" smtClean="0"/>
              <a:t>a~f</a:t>
            </a:r>
            <a:r>
              <a:rPr lang="ko-KR" altLang="en-US" dirty="0" smtClean="0"/>
              <a:t>라는 </a:t>
            </a:r>
            <a:r>
              <a:rPr lang="en-US" altLang="ko-KR" dirty="0" smtClean="0"/>
              <a:t>16</a:t>
            </a:r>
            <a:r>
              <a:rPr lang="ko-KR" altLang="en-US" dirty="0" smtClean="0"/>
              <a:t>진수의 표현은 </a:t>
            </a:r>
            <a:r>
              <a:rPr lang="en-US" altLang="ko-KR" dirty="0" err="1" smtClean="0"/>
              <a:t>ff</a:t>
            </a:r>
            <a:r>
              <a:rPr lang="ko-KR" altLang="en-US" dirty="0" smtClean="0"/>
              <a:t>로 출력하게 됨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b="1" dirty="0" err="1" smtClean="0"/>
              <a:t>fnd_digit</a:t>
            </a:r>
            <a:r>
              <a:rPr lang="en-US" altLang="ko-KR" b="1" dirty="0" smtClean="0"/>
              <a:t>:</a:t>
            </a:r>
          </a:p>
          <a:p>
            <a:r>
              <a:rPr lang="en-US" altLang="ko-KR" b="1" dirty="0"/>
              <a:t>	</a:t>
            </a:r>
            <a:r>
              <a:rPr lang="en-US" altLang="ko-KR" dirty="0" smtClean="0"/>
              <a:t>4’b1110</a:t>
            </a:r>
            <a:r>
              <a:rPr lang="ko-KR" altLang="en-US" dirty="0" smtClean="0"/>
              <a:t>의 값을 유지함</a:t>
            </a:r>
            <a:endParaRPr lang="en-US" altLang="ko-KR" dirty="0" smtClean="0"/>
          </a:p>
          <a:p>
            <a:endParaRPr lang="en-US" altLang="ko-KR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55" y="1826001"/>
            <a:ext cx="7084421" cy="144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371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waveform</a:t>
            </a:r>
            <a:endParaRPr lang="ko-KR" altLang="en-US" b="1" dirty="0"/>
          </a:p>
        </p:txBody>
      </p:sp>
      <p:sp>
        <p:nvSpPr>
          <p:cNvPr id="7" name="TextBox 6"/>
          <p:cNvSpPr txBox="1"/>
          <p:nvPr/>
        </p:nvSpPr>
        <p:spPr>
          <a:xfrm>
            <a:off x="7291449" y="1780505"/>
            <a:ext cx="3408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/>
          </p:nvPr>
        </p:nvGraphicFramePr>
        <p:xfrm>
          <a:off x="7956466" y="1739240"/>
          <a:ext cx="2963554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1777">
                  <a:extLst>
                    <a:ext uri="{9D8B030D-6E8A-4147-A177-3AD203B41FA5}">
                      <a16:colId xmlns:a16="http://schemas.microsoft.com/office/drawing/2014/main" val="1430460388"/>
                    </a:ext>
                  </a:extLst>
                </a:gridCol>
                <a:gridCol w="1481777">
                  <a:extLst>
                    <a:ext uri="{9D8B030D-6E8A-4147-A177-3AD203B41FA5}">
                      <a16:colId xmlns:a16="http://schemas.microsoft.com/office/drawing/2014/main" val="34210314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0" dirty="0" smtClean="0">
                          <a:solidFill>
                            <a:schemeClr val="tx1"/>
                          </a:solidFill>
                        </a:rPr>
                        <a:t>C0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0281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/>
                        <a:t>fg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779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a4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0906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B0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2824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4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99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4614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92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162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82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0713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F8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9153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80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943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/>
                        <a:t>90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5002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나머지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err="1" smtClean="0"/>
                        <a:t>ff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7615037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90004" y="5818480"/>
            <a:ext cx="240966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50" dirty="0" smtClean="0"/>
              <a:t>&lt;</a:t>
            </a:r>
            <a:r>
              <a:rPr lang="en-US" altLang="ko-KR" sz="1050" dirty="0" err="1" smtClean="0"/>
              <a:t>fnd</a:t>
            </a:r>
            <a:r>
              <a:rPr lang="ko-KR" altLang="en-US" sz="1050" dirty="0" smtClean="0"/>
              <a:t>의 </a:t>
            </a:r>
            <a:r>
              <a:rPr lang="en-US" altLang="ko-KR" sz="1050" dirty="0" smtClean="0"/>
              <a:t>10</a:t>
            </a:r>
            <a:r>
              <a:rPr lang="ko-KR" altLang="en-US" sz="1050" dirty="0" smtClean="0"/>
              <a:t>진수와 </a:t>
            </a:r>
            <a:r>
              <a:rPr lang="en-US" altLang="ko-KR" sz="1050" dirty="0" smtClean="0"/>
              <a:t>16</a:t>
            </a:r>
            <a:r>
              <a:rPr lang="ko-KR" altLang="en-US" sz="1050" dirty="0" smtClean="0"/>
              <a:t>진수 표현</a:t>
            </a:r>
            <a:r>
              <a:rPr lang="en-US" altLang="ko-KR" sz="1050" dirty="0" smtClean="0"/>
              <a:t>&gt;</a:t>
            </a:r>
            <a:endParaRPr lang="ko-KR" altLang="en-US" sz="1050" dirty="0"/>
          </a:p>
        </p:txBody>
      </p:sp>
      <p:sp>
        <p:nvSpPr>
          <p:cNvPr id="10" name="TextBox 9"/>
          <p:cNvSpPr txBox="1"/>
          <p:nvPr/>
        </p:nvSpPr>
        <p:spPr>
          <a:xfrm>
            <a:off x="891143" y="3728852"/>
            <a:ext cx="69287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smtClean="0"/>
              <a:t>C:</a:t>
            </a:r>
          </a:p>
          <a:p>
            <a:r>
              <a:rPr lang="en-US" altLang="ko-KR" dirty="0" smtClean="0"/>
              <a:t>	</a:t>
            </a:r>
            <a:r>
              <a:rPr lang="en-US" altLang="ko-KR" dirty="0" err="1" smtClean="0"/>
              <a:t>a,b</a:t>
            </a:r>
            <a:r>
              <a:rPr lang="ko-KR" altLang="en-US" dirty="0" smtClean="0"/>
              <a:t>의 합이 </a:t>
            </a:r>
            <a:r>
              <a:rPr lang="en-US" altLang="ko-KR" dirty="0" smtClean="0"/>
              <a:t>8bit</a:t>
            </a:r>
            <a:r>
              <a:rPr lang="ko-KR" altLang="en-US" dirty="0" smtClean="0"/>
              <a:t>를 넘어가는 순간 </a:t>
            </a:r>
            <a:r>
              <a:rPr lang="en-US" altLang="ko-KR" dirty="0" smtClean="0"/>
              <a:t>carry</a:t>
            </a:r>
            <a:r>
              <a:rPr lang="ko-KR" altLang="en-US" dirty="0" smtClean="0"/>
              <a:t>발생 확인</a:t>
            </a:r>
            <a:r>
              <a:rPr lang="en-US" altLang="ko-KR" dirty="0"/>
              <a:t>	</a:t>
            </a:r>
            <a:endParaRPr lang="en-US" altLang="ko-KR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34" y="1862874"/>
            <a:ext cx="7412380" cy="123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499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123</Words>
  <Application>Microsoft Office PowerPoint</Application>
  <PresentationFormat>와이드스크린</PresentationFormat>
  <Paragraphs>67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8bit Adder + FND 시뮬레이션</vt:lpstr>
      <vt:lpstr>testbench</vt:lpstr>
      <vt:lpstr>waveform</vt:lpstr>
      <vt:lpstr>waveform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kccistc</dc:creator>
  <cp:lastModifiedBy>kccistc</cp:lastModifiedBy>
  <cp:revision>7</cp:revision>
  <dcterms:created xsi:type="dcterms:W3CDTF">2026-01-22T08:20:22Z</dcterms:created>
  <dcterms:modified xsi:type="dcterms:W3CDTF">2026-01-26T08:18:15Z</dcterms:modified>
</cp:coreProperties>
</file>