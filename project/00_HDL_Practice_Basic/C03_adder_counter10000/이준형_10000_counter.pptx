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34333-0365-4378-BCF9-47ABC53DEBB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6CEEB-303D-4AFB-902C-1989696AB3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5344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34333-0365-4378-BCF9-47ABC53DEBB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6CEEB-303D-4AFB-902C-1989696AB3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0311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34333-0365-4378-BCF9-47ABC53DEBB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6CEEB-303D-4AFB-902C-1989696AB3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3788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34333-0365-4378-BCF9-47ABC53DEBB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6CEEB-303D-4AFB-902C-1989696AB3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709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34333-0365-4378-BCF9-47ABC53DEBB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6CEEB-303D-4AFB-902C-1989696AB3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31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34333-0365-4378-BCF9-47ABC53DEBB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6CEEB-303D-4AFB-902C-1989696AB3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972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34333-0365-4378-BCF9-47ABC53DEBB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6CEEB-303D-4AFB-902C-1989696AB3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527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34333-0365-4378-BCF9-47ABC53DEBB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6CEEB-303D-4AFB-902C-1989696AB3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643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34333-0365-4378-BCF9-47ABC53DEBB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6CEEB-303D-4AFB-902C-1989696AB3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659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34333-0365-4378-BCF9-47ABC53DEBB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6CEEB-303D-4AFB-902C-1989696AB3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380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34333-0365-4378-BCF9-47ABC53DEBB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6CEEB-303D-4AFB-902C-1989696AB3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096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B34333-0365-4378-BCF9-47ABC53DEBB4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D6CEEB-303D-4AFB-902C-1989696AB33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5812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10000 counter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ko-KR" altLang="en-US" dirty="0" err="1" smtClean="0"/>
              <a:t>온디바이스</a:t>
            </a:r>
            <a:r>
              <a:rPr lang="ko-KR" altLang="en-US" dirty="0" smtClean="0"/>
              <a:t> </a:t>
            </a:r>
            <a:r>
              <a:rPr lang="en-US" altLang="ko-KR" dirty="0" smtClean="0"/>
              <a:t>AI </a:t>
            </a:r>
            <a:r>
              <a:rPr lang="ko-KR" altLang="en-US" dirty="0" smtClean="0"/>
              <a:t>이준형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20261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code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965" y="1838952"/>
            <a:ext cx="3677163" cy="429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138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schematic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56" y="2351315"/>
            <a:ext cx="10532645" cy="213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413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waveform</a:t>
            </a:r>
            <a:endParaRPr lang="ko-KR" altLang="en-US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19449"/>
            <a:ext cx="10744929" cy="1879244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838200" y="1690688"/>
            <a:ext cx="12490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/>
              <a:t>- </a:t>
            </a:r>
            <a:r>
              <a:rPr lang="en-US" altLang="ko-KR" dirty="0" err="1" smtClean="0"/>
              <a:t>fnd</a:t>
            </a:r>
            <a:r>
              <a:rPr lang="en-US" altLang="ko-KR" dirty="0" smtClean="0"/>
              <a:t> </a:t>
            </a:r>
            <a:r>
              <a:rPr lang="en-US" altLang="ko-KR" dirty="0" smtClean="0"/>
              <a:t>data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6491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waveform – 10000 counter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209" y="4475153"/>
            <a:ext cx="9649011" cy="207426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095" y="2260161"/>
            <a:ext cx="3860126" cy="186312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10" y="2266198"/>
            <a:ext cx="5526377" cy="1857087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838200" y="1616251"/>
            <a:ext cx="18723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 smtClean="0"/>
              <a:t>- 10000 counter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154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18</Words>
  <Application>Microsoft Office PowerPoint</Application>
  <PresentationFormat>와이드스크린</PresentationFormat>
  <Paragraphs>8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10000 counter</vt:lpstr>
      <vt:lpstr>code</vt:lpstr>
      <vt:lpstr>schematic</vt:lpstr>
      <vt:lpstr>waveform</vt:lpstr>
      <vt:lpstr>waveform – 10000 counter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10000 counter</dc:title>
  <dc:creator>kccistc</dc:creator>
  <cp:lastModifiedBy>kccistc</cp:lastModifiedBy>
  <cp:revision>4</cp:revision>
  <dcterms:created xsi:type="dcterms:W3CDTF">2026-01-26T06:46:19Z</dcterms:created>
  <dcterms:modified xsi:type="dcterms:W3CDTF">2026-01-26T06:51:53Z</dcterms:modified>
</cp:coreProperties>
</file>