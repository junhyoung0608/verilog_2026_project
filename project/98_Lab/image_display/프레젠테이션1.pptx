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55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61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0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44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07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59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7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55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4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86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12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43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FD97D-D405-4416-AC50-6F56E896083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74A22-57F1-4EC5-B932-EB6D37532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21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UART Image Display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smtClean="0"/>
              <a:t>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04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769251"/>
              </p:ext>
            </p:extLst>
          </p:nvPr>
        </p:nvGraphicFramePr>
        <p:xfrm>
          <a:off x="2959098" y="1894335"/>
          <a:ext cx="5943601" cy="3373379"/>
        </p:xfrm>
        <a:graphic>
          <a:graphicData uri="http://schemas.openxmlformats.org/drawingml/2006/table">
            <a:tbl>
              <a:tblPr/>
              <a:tblGrid>
                <a:gridCol w="9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4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2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Memory Address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Peripheral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ADDR(set off)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name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Description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Bus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6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231697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809416"/>
                  </a:ext>
                </a:extLst>
              </a:tr>
              <a:tr h="221269"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0x2000_4000 - 0x2000_4FFF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UART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0x010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RX_DATA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상태 확인, 데이터 수신, </a:t>
                      </a:r>
                      <a:endParaRPr lang="en-US" sz="8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보드레이트 설정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APB</a:t>
                      </a:r>
                      <a:endParaRPr lang="en-US" sz="800" dirty="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0x00c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TX_DATA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0x008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UART_STAUS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0x004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UART_BAUD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0x000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UART_CTL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26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0x2000_2000 -0x2000_2FFF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GPIO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0x008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GPIO_IDATA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입력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269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0x000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GPIO_CTL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2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0x1000_0000 - 0x1000_0FFF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RAM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</a:t>
                      </a:r>
                      <a:endParaRPr lang="en-US" sz="80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DATA Memory</a:t>
                      </a:r>
                      <a:endParaRPr lang="en-US" sz="8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46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</Words>
  <Application>Microsoft Office PowerPoint</Application>
  <PresentationFormat>와이드스크린</PresentationFormat>
  <Paragraphs>35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 Regular</vt:lpstr>
      <vt:lpstr>Arial</vt:lpstr>
      <vt:lpstr>맑은 고딕</vt:lpstr>
      <vt:lpstr>Office 테마</vt:lpstr>
      <vt:lpstr>UART Image Display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3</cp:revision>
  <dcterms:created xsi:type="dcterms:W3CDTF">2026-03-31T23:39:11Z</dcterms:created>
  <dcterms:modified xsi:type="dcterms:W3CDTF">2026-04-01T00:11:33Z</dcterms:modified>
</cp:coreProperties>
</file>