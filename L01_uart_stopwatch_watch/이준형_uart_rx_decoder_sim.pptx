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38" r:id="rId2"/>
    <p:sldMasterId id="2147483750" r:id="rId3"/>
    <p:sldMasterId id="2147483762" r:id="rId4"/>
  </p:sldMasterIdLst>
  <p:notesMasterIdLst>
    <p:notesMasterId r:id="rId11"/>
  </p:notesMasterIdLst>
  <p:sldIdLst>
    <p:sldId id="256" r:id="rId5"/>
    <p:sldId id="262" r:id="rId6"/>
    <p:sldId id="257" r:id="rId7"/>
    <p:sldId id="258" r:id="rId8"/>
    <p:sldId id="260" r:id="rId9"/>
    <p:sldId id="26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ccistc" initials="k" lastIdx="4" clrIdx="0">
    <p:extLst>
      <p:ext uri="{19B8F6BF-5375-455C-9EA6-DF929625EA0E}">
        <p15:presenceInfo xmlns:p15="http://schemas.microsoft.com/office/powerpoint/2012/main" userId="kccist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0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5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9D96A-C90B-4616-BE12-243A1276DB70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B70E-3285-4773-BDBD-F3FA3916C4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0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18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4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2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11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2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1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2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75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98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76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6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9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7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77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87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37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7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47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8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83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5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39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244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69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6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15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99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318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36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79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41450" y="1788454"/>
            <a:ext cx="9069857" cy="2098226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ASCII </a:t>
            </a:r>
            <a:r>
              <a:rPr lang="en-US" altLang="ko-KR" b="1" dirty="0" err="1" smtClean="0"/>
              <a:t>dEcOder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입력 </a:t>
            </a:r>
            <a:r>
              <a:rPr lang="en-US" altLang="ko-KR" dirty="0" smtClean="0"/>
              <a:t>ASCII</a:t>
            </a:r>
            <a:r>
              <a:rPr lang="ko-KR" altLang="en-US" dirty="0" smtClean="0"/>
              <a:t>값에 대해 </a:t>
            </a:r>
            <a:r>
              <a:rPr lang="ko-KR" altLang="en-US" dirty="0" err="1" smtClean="0"/>
              <a:t>출력제어</a:t>
            </a:r>
            <a:endParaRPr lang="en-US" altLang="ko-KR" dirty="0" smtClean="0"/>
          </a:p>
          <a:p>
            <a:r>
              <a:rPr lang="ko-KR" altLang="en-US" dirty="0" smtClean="0"/>
              <a:t>입력 </a:t>
            </a:r>
            <a:r>
              <a:rPr lang="en-US" altLang="ko-KR" dirty="0" smtClean="0"/>
              <a:t>ASCII </a:t>
            </a:r>
            <a:r>
              <a:rPr lang="ko-KR" altLang="en-US" dirty="0" smtClean="0"/>
              <a:t>값 </a:t>
            </a:r>
            <a:r>
              <a:rPr lang="en-US" altLang="ko-KR" dirty="0" smtClean="0"/>
              <a:t>: 0,1,R,L,U,D,S</a:t>
            </a:r>
          </a:p>
          <a:p>
            <a:r>
              <a:rPr lang="ko-KR" altLang="en-US" dirty="0" smtClean="0"/>
              <a:t>대문자 소문자는 동일 신호로 간주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773" y="0"/>
            <a:ext cx="4747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720" y="568569"/>
            <a:ext cx="3305636" cy="571823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시나리오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입력이  </a:t>
            </a:r>
            <a:r>
              <a:rPr lang="en-US" altLang="ko-KR" dirty="0" smtClean="0"/>
              <a:t>negative edge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done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rx</a:t>
            </a:r>
            <a:r>
              <a:rPr lang="en-US" altLang="ko-KR" dirty="0" smtClean="0"/>
              <a:t> data</a:t>
            </a:r>
            <a:r>
              <a:rPr lang="ko-KR" altLang="en-US" dirty="0" smtClean="0"/>
              <a:t>를 입력</a:t>
            </a:r>
            <a:endParaRPr lang="en-US" altLang="ko-KR" dirty="0" smtClean="0"/>
          </a:p>
          <a:p>
            <a:r>
              <a:rPr lang="ko-KR" altLang="en-US" dirty="0" smtClean="0"/>
              <a:t>입력 순서</a:t>
            </a:r>
            <a:r>
              <a:rPr lang="en-US" altLang="ko-KR" dirty="0" smtClean="0"/>
              <a:t>: R -&gt; L -&gt; U -&gt; D -&gt; S -&gt; 0 -&gt; 1 ASCII</a:t>
            </a:r>
            <a:r>
              <a:rPr lang="ko-KR" altLang="en-US" dirty="0" smtClean="0"/>
              <a:t>값으로 입력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78" y="4076700"/>
            <a:ext cx="5048955" cy="2133898"/>
          </a:xfrm>
          <a:prstGeom prst="rect">
            <a:avLst/>
          </a:prstGeom>
        </p:spPr>
      </p:pic>
      <p:cxnSp>
        <p:nvCxnSpPr>
          <p:cNvPr id="7" name="직선 화살표 연결선 6"/>
          <p:cNvCxnSpPr/>
          <p:nvPr/>
        </p:nvCxnSpPr>
        <p:spPr>
          <a:xfrm flipV="1">
            <a:off x="3036277" y="3798277"/>
            <a:ext cx="6248400" cy="18924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66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/>
        </p:nvCxnSpPr>
        <p:spPr>
          <a:xfrm flipH="1">
            <a:off x="5222633" y="1776046"/>
            <a:ext cx="29305" cy="338210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flipH="1">
            <a:off x="6101780" y="1776045"/>
            <a:ext cx="29305" cy="338210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H="1">
            <a:off x="6980927" y="1776046"/>
            <a:ext cx="29305" cy="338210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H="1">
            <a:off x="7860074" y="1776046"/>
            <a:ext cx="29305" cy="338210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H="1">
            <a:off x="9618368" y="1776046"/>
            <a:ext cx="29305" cy="338210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8739221" y="1776046"/>
            <a:ext cx="29305" cy="338210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H="1">
            <a:off x="10497515" y="1776045"/>
            <a:ext cx="29305" cy="338210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H="1">
            <a:off x="11151832" y="1776045"/>
            <a:ext cx="29305" cy="338210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5192"/>
            <a:ext cx="12192000" cy="352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시나리오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입력이  </a:t>
            </a:r>
            <a:r>
              <a:rPr lang="en-US" altLang="ko-KR" dirty="0" smtClean="0"/>
              <a:t>negative edge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done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rx</a:t>
            </a:r>
            <a:r>
              <a:rPr lang="en-US" altLang="ko-KR" dirty="0" smtClean="0"/>
              <a:t> data</a:t>
            </a:r>
            <a:r>
              <a:rPr lang="ko-KR" altLang="en-US" dirty="0" smtClean="0"/>
              <a:t>를 입력</a:t>
            </a:r>
            <a:endParaRPr lang="en-US" altLang="ko-KR" dirty="0" smtClean="0"/>
          </a:p>
          <a:p>
            <a:r>
              <a:rPr lang="ko-KR" altLang="en-US" dirty="0" smtClean="0"/>
              <a:t>입력 순서</a:t>
            </a:r>
            <a:r>
              <a:rPr lang="en-US" altLang="ko-KR" dirty="0" smtClean="0"/>
              <a:t>: 0~127 </a:t>
            </a:r>
            <a:r>
              <a:rPr lang="ko-KR" altLang="en-US" dirty="0" smtClean="0"/>
              <a:t>모든 </a:t>
            </a:r>
            <a:r>
              <a:rPr lang="en-US" altLang="ko-KR" dirty="0" smtClean="0"/>
              <a:t>asci </a:t>
            </a:r>
            <a:r>
              <a:rPr lang="ko-KR" altLang="en-US" dirty="0" smtClean="0"/>
              <a:t>값에 대해 입력</a:t>
            </a:r>
            <a:endParaRPr lang="en-US" altLang="ko-KR" dirty="0" smtClean="0"/>
          </a:p>
          <a:p>
            <a:r>
              <a:rPr lang="ko-KR" altLang="en-US" dirty="0" smtClean="0"/>
              <a:t>확인 </a:t>
            </a:r>
            <a:r>
              <a:rPr lang="en-US" altLang="ko-KR" dirty="0" smtClean="0"/>
              <a:t>ASCII </a:t>
            </a:r>
            <a:r>
              <a:rPr lang="ko-KR" altLang="en-US" dirty="0" smtClean="0"/>
              <a:t>데이터 </a:t>
            </a:r>
            <a:r>
              <a:rPr lang="en-US" altLang="ko-KR" dirty="0" smtClean="0"/>
              <a:t>: 0,1,R,r,L,l,U,u,D,d,S,s 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78" y="4076700"/>
            <a:ext cx="5048955" cy="213389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601" y="487201"/>
            <a:ext cx="3553321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1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53" y="4314355"/>
            <a:ext cx="10353710" cy="254364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4015"/>
            <a:ext cx="12188281" cy="29417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77063" y="449059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0,1 </a:t>
            </a:r>
            <a:r>
              <a:rPr lang="ko-KR" altLang="en-US" dirty="0" smtClean="0"/>
              <a:t>숫자 각각</a:t>
            </a:r>
            <a:r>
              <a:rPr lang="en-US" altLang="ko-KR" dirty="0" err="1" smtClean="0"/>
              <a:t>mode,fnd_sel</a:t>
            </a:r>
            <a:r>
              <a:rPr lang="en-US" altLang="ko-KR" dirty="0" smtClean="0"/>
              <a:t> </a:t>
            </a:r>
            <a:r>
              <a:rPr lang="ko-KR" altLang="en-US" dirty="0" smtClean="0"/>
              <a:t>신호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D,L,R,S,U(</a:t>
            </a:r>
            <a:r>
              <a:rPr lang="ko-KR" altLang="en-US" dirty="0" smtClean="0"/>
              <a:t>대문자</a:t>
            </a:r>
            <a:r>
              <a:rPr lang="en-US" altLang="ko-KR" dirty="0" smtClean="0"/>
              <a:t>,</a:t>
            </a:r>
            <a:r>
              <a:rPr lang="ko-KR" altLang="en-US" dirty="0" smtClean="0"/>
              <a:t>소문자</a:t>
            </a:r>
            <a:r>
              <a:rPr lang="en-US" altLang="ko-KR" dirty="0" smtClean="0"/>
              <a:t>) </a:t>
            </a:r>
            <a:r>
              <a:rPr lang="ko-KR" altLang="en-US" dirty="0" smtClean="0"/>
              <a:t>각각 </a:t>
            </a:r>
            <a:r>
              <a:rPr lang="en-US" altLang="ko-KR" dirty="0" err="1" smtClean="0"/>
              <a:t>down,clear,run_stop,sender,up</a:t>
            </a:r>
            <a:r>
              <a:rPr lang="en-US" altLang="ko-KR" dirty="0" smtClean="0"/>
              <a:t> </a:t>
            </a:r>
            <a:r>
              <a:rPr lang="ko-KR" altLang="en-US" dirty="0" smtClean="0"/>
              <a:t>신호 확인</a:t>
            </a:r>
            <a:r>
              <a:rPr lang="en-US" altLang="ko-K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2952791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2140</TotalTime>
  <Words>96</Words>
  <Application>Microsoft Office PowerPoint</Application>
  <PresentationFormat>와이드스크린</PresentationFormat>
  <Paragraphs>17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돋움</vt:lpstr>
      <vt:lpstr>맑은 고딕</vt:lpstr>
      <vt:lpstr>Calibri</vt:lpstr>
      <vt:lpstr>Calibri Light</vt:lpstr>
      <vt:lpstr>Franklin Gothic Book</vt:lpstr>
      <vt:lpstr>Wingdings 2</vt:lpstr>
      <vt:lpstr>HDOfficeLightV0</vt:lpstr>
      <vt:lpstr>1_HDOfficeLightV0</vt:lpstr>
      <vt:lpstr>2_HDOfficeLightV0</vt:lpstr>
      <vt:lpstr>Crop</vt:lpstr>
      <vt:lpstr>ASCII dEcOder</vt:lpstr>
      <vt:lpstr>module</vt:lpstr>
      <vt:lpstr>testbench 시나리오1</vt:lpstr>
      <vt:lpstr>simulation</vt:lpstr>
      <vt:lpstr>testbench 시나리오2</vt:lpstr>
      <vt:lpstr>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146</cp:revision>
  <dcterms:created xsi:type="dcterms:W3CDTF">2026-01-26T09:32:19Z</dcterms:created>
  <dcterms:modified xsi:type="dcterms:W3CDTF">2026-02-11T09:18:31Z</dcterms:modified>
</cp:coreProperties>
</file>