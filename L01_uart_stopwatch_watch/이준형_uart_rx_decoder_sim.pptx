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  <p:sldMasterId id="2147483738" r:id="rId2"/>
    <p:sldMasterId id="2147483750" r:id="rId3"/>
    <p:sldMasterId id="2147483762" r:id="rId4"/>
  </p:sldMasterIdLst>
  <p:notesMasterIdLst>
    <p:notesMasterId r:id="rId10"/>
  </p:notesMasterIdLst>
  <p:sldIdLst>
    <p:sldId id="256" r:id="rId5"/>
    <p:sldId id="262" r:id="rId6"/>
    <p:sldId id="263" r:id="rId7"/>
    <p:sldId id="260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ccistc" initials="k" lastIdx="4" clrIdx="0">
    <p:extLst>
      <p:ext uri="{19B8F6BF-5375-455C-9EA6-DF929625EA0E}">
        <p15:presenceInfo xmlns:p15="http://schemas.microsoft.com/office/powerpoint/2012/main" userId="kccist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0" autoAdjust="0"/>
    <p:restoredTop sz="94660"/>
  </p:normalViewPr>
  <p:slideViewPr>
    <p:cSldViewPr snapToGrid="0">
      <p:cViewPr varScale="1">
        <p:scale>
          <a:sx n="163" d="100"/>
          <a:sy n="163" d="100"/>
        </p:scale>
        <p:origin x="52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C9D96A-C90B-4616-BE12-243A1276DB70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26B70E-3285-4773-BDBD-F3FA3916C4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2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905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3332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3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188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20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36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2875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572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43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6125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1165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54295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0759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051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6287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0756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3408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9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3985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0763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9763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4507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2293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96709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21771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2187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7379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8772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84722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46802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60834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05901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69397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52446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7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3019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08692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36602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21538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99962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23188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3368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4379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24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236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6424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30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48E75546-8575-4D9D-BEAF-A4B014C1EC31}" type="datetimeFigureOut">
              <a:rPr lang="ko-KR" altLang="en-US" smtClean="0"/>
              <a:t>2026-02-12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8F51DAE7-8B44-42D5-A55F-B9926091260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042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441450" y="1788454"/>
            <a:ext cx="9069857" cy="2098226"/>
          </a:xfrm>
        </p:spPr>
        <p:txBody>
          <a:bodyPr>
            <a:normAutofit/>
          </a:bodyPr>
          <a:lstStyle/>
          <a:p>
            <a:r>
              <a:rPr lang="en-US" altLang="ko-KR" b="1" dirty="0" smtClean="0"/>
              <a:t>ASCII </a:t>
            </a:r>
            <a:r>
              <a:rPr lang="en-US" altLang="ko-KR" b="1" dirty="0" err="1" smtClean="0"/>
              <a:t>dEcOder</a:t>
            </a:r>
            <a:endParaRPr lang="ko-KR" altLang="en-US" b="1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ko-KR" altLang="en-US" dirty="0"/>
              <a:t>이준형</a:t>
            </a:r>
          </a:p>
        </p:txBody>
      </p:sp>
    </p:spTree>
    <p:extLst>
      <p:ext uri="{BB962C8B-B14F-4D97-AF65-F5344CB8AC3E}">
        <p14:creationId xmlns:p14="http://schemas.microsoft.com/office/powerpoint/2010/main" val="1430381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module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입력 </a:t>
            </a:r>
            <a:r>
              <a:rPr lang="en-US" altLang="ko-KR" dirty="0" smtClean="0"/>
              <a:t>ASCII</a:t>
            </a:r>
            <a:r>
              <a:rPr lang="ko-KR" altLang="en-US" dirty="0" smtClean="0"/>
              <a:t>값에 대해 </a:t>
            </a:r>
            <a:r>
              <a:rPr lang="ko-KR" altLang="en-US" dirty="0" err="1" smtClean="0"/>
              <a:t>출력제어</a:t>
            </a:r>
            <a:endParaRPr lang="en-US" altLang="ko-KR" dirty="0" smtClean="0"/>
          </a:p>
          <a:p>
            <a:r>
              <a:rPr lang="ko-KR" altLang="en-US" dirty="0" smtClean="0"/>
              <a:t>입력 </a:t>
            </a:r>
            <a:r>
              <a:rPr lang="en-US" altLang="ko-KR" dirty="0" smtClean="0"/>
              <a:t>ASCII </a:t>
            </a:r>
            <a:r>
              <a:rPr lang="ko-KR" altLang="en-US" dirty="0" smtClean="0"/>
              <a:t>값 </a:t>
            </a:r>
            <a:r>
              <a:rPr lang="en-US" altLang="ko-KR" dirty="0" smtClean="0"/>
              <a:t>: 0,1,R,L,U,D,S</a:t>
            </a:r>
          </a:p>
          <a:p>
            <a:r>
              <a:rPr lang="ko-KR" altLang="en-US" dirty="0" smtClean="0"/>
              <a:t>대문자 소문자는 동일 신호로 간주</a:t>
            </a:r>
            <a:endParaRPr lang="en-US" altLang="ko-KR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773" y="0"/>
            <a:ext cx="47472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63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module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4304" y="3057703"/>
            <a:ext cx="7755791" cy="3384127"/>
          </a:xfrm>
          <a:prstGeom prst="rect">
            <a:avLst/>
          </a:prstGeom>
        </p:spPr>
      </p:pic>
      <p:sp>
        <p:nvSpPr>
          <p:cNvPr id="7" name="내용 개체 틀 2"/>
          <p:cNvSpPr>
            <a:spLocks noGrp="1"/>
          </p:cNvSpPr>
          <p:nvPr>
            <p:ph idx="1"/>
          </p:nvPr>
        </p:nvSpPr>
        <p:spPr>
          <a:xfrm>
            <a:off x="1371600" y="1428750"/>
            <a:ext cx="9601200" cy="1248508"/>
          </a:xfrm>
        </p:spPr>
        <p:txBody>
          <a:bodyPr>
            <a:normAutofit fontScale="70000" lnSpcReduction="20000"/>
          </a:bodyPr>
          <a:lstStyle/>
          <a:p>
            <a:r>
              <a:rPr lang="en-US" altLang="ko-KR" dirty="0" smtClean="0"/>
              <a:t>1. </a:t>
            </a:r>
            <a:r>
              <a:rPr lang="en-US" altLang="ko-KR" dirty="0" err="1" smtClean="0"/>
              <a:t>Boud_tick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9600 bps 16</a:t>
            </a:r>
            <a:r>
              <a:rPr lang="ko-KR" altLang="en-US" dirty="0" smtClean="0"/>
              <a:t>배속으로 </a:t>
            </a:r>
            <a:r>
              <a:rPr lang="ko-KR" altLang="en-US" dirty="0" err="1" smtClean="0"/>
              <a:t>틱을</a:t>
            </a:r>
            <a:r>
              <a:rPr lang="ko-KR" altLang="en-US" dirty="0" smtClean="0"/>
              <a:t> 출력</a:t>
            </a:r>
            <a:endParaRPr lang="en-US" altLang="ko-KR" dirty="0" smtClean="0"/>
          </a:p>
          <a:p>
            <a:r>
              <a:rPr lang="en-US" altLang="ko-KR" dirty="0" smtClean="0"/>
              <a:t>2. </a:t>
            </a:r>
            <a:r>
              <a:rPr lang="en-US" altLang="ko-KR" dirty="0" err="1" smtClean="0"/>
              <a:t>Uart_Rx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9600bps 16</a:t>
            </a:r>
            <a:r>
              <a:rPr lang="ko-KR" altLang="en-US" dirty="0" smtClean="0"/>
              <a:t>배속으로 샘플링 하여 </a:t>
            </a:r>
            <a:r>
              <a:rPr lang="en-US" altLang="ko-KR" dirty="0" smtClean="0"/>
              <a:t>RX</a:t>
            </a:r>
            <a:r>
              <a:rPr lang="ko-KR" altLang="en-US" dirty="0" smtClean="0"/>
              <a:t>신호를 받음</a:t>
            </a:r>
            <a:endParaRPr lang="en-US" altLang="ko-KR" dirty="0" smtClean="0"/>
          </a:p>
          <a:p>
            <a:r>
              <a:rPr lang="en-US" altLang="ko-KR" dirty="0" smtClean="0"/>
              <a:t>3. </a:t>
            </a:r>
            <a:r>
              <a:rPr lang="en-US" altLang="ko-KR" dirty="0" err="1" smtClean="0"/>
              <a:t>Uart_Rx</a:t>
            </a:r>
            <a:r>
              <a:rPr lang="ko-KR" altLang="en-US" dirty="0" smtClean="0"/>
              <a:t>의 출력 </a:t>
            </a:r>
            <a:r>
              <a:rPr lang="en-US" altLang="ko-KR" dirty="0" err="1" smtClean="0"/>
              <a:t>rx_data</a:t>
            </a:r>
            <a:r>
              <a:rPr lang="ko-KR" altLang="en-US" dirty="0" smtClean="0"/>
              <a:t>를 </a:t>
            </a:r>
            <a:r>
              <a:rPr lang="en-US" altLang="ko-KR" dirty="0" err="1" smtClean="0"/>
              <a:t>RX_decoder</a:t>
            </a:r>
            <a:r>
              <a:rPr lang="ko-KR" altLang="en-US" dirty="0" smtClean="0"/>
              <a:t>로 입력</a:t>
            </a:r>
            <a:endParaRPr lang="en-US" altLang="ko-KR" dirty="0" smtClean="0"/>
          </a:p>
          <a:p>
            <a:r>
              <a:rPr lang="en-US" altLang="ko-KR" dirty="0" smtClean="0"/>
              <a:t>4. </a:t>
            </a:r>
            <a:r>
              <a:rPr lang="ko-KR" altLang="en-US" dirty="0" smtClean="0"/>
              <a:t>전체적인 신호를 분석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469177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 smtClean="0"/>
              <a:t>testbench</a:t>
            </a:r>
            <a:r>
              <a:rPr lang="en-US" altLang="ko-KR" dirty="0" smtClean="0"/>
              <a:t> </a:t>
            </a:r>
            <a:r>
              <a:rPr lang="ko-KR" altLang="en-US" dirty="0" smtClean="0"/>
              <a:t>시나리오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입력 </a:t>
            </a:r>
            <a:r>
              <a:rPr lang="ko-KR" altLang="en-US" dirty="0" smtClean="0"/>
              <a:t>순서</a:t>
            </a:r>
            <a:r>
              <a:rPr lang="en-US" altLang="ko-KR" dirty="0" smtClean="0"/>
              <a:t>: 0~127 </a:t>
            </a:r>
            <a:r>
              <a:rPr lang="ko-KR" altLang="en-US" dirty="0" smtClean="0"/>
              <a:t>모든 </a:t>
            </a:r>
            <a:r>
              <a:rPr lang="en-US" altLang="ko-KR" dirty="0" smtClean="0"/>
              <a:t>asci </a:t>
            </a:r>
            <a:r>
              <a:rPr lang="ko-KR" altLang="en-US" dirty="0" smtClean="0"/>
              <a:t>값에 대해 </a:t>
            </a:r>
            <a:r>
              <a:rPr lang="en-US" altLang="ko-KR" dirty="0" smtClean="0"/>
              <a:t>RX </a:t>
            </a:r>
            <a:r>
              <a:rPr lang="ko-KR" altLang="en-US" dirty="0" smtClean="0"/>
              <a:t>신호 입력</a:t>
            </a:r>
            <a:endParaRPr lang="en-US" altLang="ko-KR" dirty="0" smtClean="0"/>
          </a:p>
          <a:p>
            <a:r>
              <a:rPr lang="ko-KR" altLang="en-US" dirty="0" smtClean="0"/>
              <a:t>확인 </a:t>
            </a:r>
            <a:r>
              <a:rPr lang="en-US" altLang="ko-KR" dirty="0" smtClean="0"/>
              <a:t>ASCII </a:t>
            </a:r>
            <a:r>
              <a:rPr lang="ko-KR" altLang="en-US" dirty="0" smtClean="0"/>
              <a:t>데이터 </a:t>
            </a:r>
            <a:r>
              <a:rPr lang="en-US" altLang="ko-KR" dirty="0" smtClean="0"/>
              <a:t>: 0,1,R,r,L,l,U,u,D,d,S,s  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878" y="4076700"/>
            <a:ext cx="5048955" cy="213389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087" y="0"/>
            <a:ext cx="3968913" cy="649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1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353" y="4314355"/>
            <a:ext cx="10353710" cy="2543645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simulation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777063" y="4490590"/>
            <a:ext cx="76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 smtClean="0"/>
              <a:t>0,1 </a:t>
            </a:r>
            <a:r>
              <a:rPr lang="ko-KR" altLang="en-US" dirty="0" smtClean="0"/>
              <a:t>숫자 각각</a:t>
            </a:r>
            <a:r>
              <a:rPr lang="en-US" altLang="ko-KR" dirty="0" err="1" smtClean="0"/>
              <a:t>mode,fnd_sel</a:t>
            </a:r>
            <a:r>
              <a:rPr lang="en-US" altLang="ko-KR" dirty="0" smtClean="0"/>
              <a:t> </a:t>
            </a:r>
            <a:r>
              <a:rPr lang="ko-KR" altLang="en-US" dirty="0" smtClean="0"/>
              <a:t>신호 확인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D,L,R,S,U(</a:t>
            </a:r>
            <a:r>
              <a:rPr lang="ko-KR" altLang="en-US" dirty="0" smtClean="0"/>
              <a:t>대문자</a:t>
            </a:r>
            <a:r>
              <a:rPr lang="en-US" altLang="ko-KR" dirty="0" smtClean="0"/>
              <a:t>,</a:t>
            </a:r>
            <a:r>
              <a:rPr lang="ko-KR" altLang="en-US" dirty="0" smtClean="0"/>
              <a:t>소문자</a:t>
            </a:r>
            <a:r>
              <a:rPr lang="en-US" altLang="ko-KR" dirty="0" smtClean="0"/>
              <a:t>) </a:t>
            </a:r>
            <a:r>
              <a:rPr lang="ko-KR" altLang="en-US" dirty="0" smtClean="0"/>
              <a:t>각각 </a:t>
            </a:r>
            <a:r>
              <a:rPr lang="en-US" altLang="ko-KR" dirty="0" err="1" smtClean="0"/>
              <a:t>down,clear,run_stop,sender,up</a:t>
            </a:r>
            <a:r>
              <a:rPr lang="en-US" altLang="ko-KR" dirty="0" smtClean="0"/>
              <a:t> </a:t>
            </a:r>
            <a:r>
              <a:rPr lang="ko-KR" altLang="en-US" dirty="0" smtClean="0"/>
              <a:t>신호 확인</a:t>
            </a:r>
            <a:r>
              <a:rPr lang="en-US" altLang="ko-KR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2952791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TM02900720[[fn=전체]]</Template>
  <TotalTime>2294</TotalTime>
  <Words>92</Words>
  <Application>Microsoft Office PowerPoint</Application>
  <PresentationFormat>와이드스크린</PresentationFormat>
  <Paragraphs>17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5</vt:i4>
      </vt:variant>
    </vt:vector>
  </HeadingPairs>
  <TitlesOfParts>
    <vt:vector size="15" baseType="lpstr">
      <vt:lpstr>돋움</vt:lpstr>
      <vt:lpstr>맑은 고딕</vt:lpstr>
      <vt:lpstr>Calibri</vt:lpstr>
      <vt:lpstr>Calibri Light</vt:lpstr>
      <vt:lpstr>Franklin Gothic Book</vt:lpstr>
      <vt:lpstr>Wingdings 2</vt:lpstr>
      <vt:lpstr>HDOfficeLightV0</vt:lpstr>
      <vt:lpstr>1_HDOfficeLightV0</vt:lpstr>
      <vt:lpstr>2_HDOfficeLightV0</vt:lpstr>
      <vt:lpstr>Crop</vt:lpstr>
      <vt:lpstr>ASCII dEcOder</vt:lpstr>
      <vt:lpstr>module</vt:lpstr>
      <vt:lpstr>module</vt:lpstr>
      <vt:lpstr>testbench 시나리오</vt:lpstr>
      <vt:lpstr>simulation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10000 counter 10hz 시뮬레이션</dc:title>
  <dc:creator>kccistc</dc:creator>
  <cp:lastModifiedBy>kccistc</cp:lastModifiedBy>
  <cp:revision>149</cp:revision>
  <dcterms:created xsi:type="dcterms:W3CDTF">2026-01-26T09:32:19Z</dcterms:created>
  <dcterms:modified xsi:type="dcterms:W3CDTF">2026-02-12T02:34:32Z</dcterms:modified>
</cp:coreProperties>
</file>