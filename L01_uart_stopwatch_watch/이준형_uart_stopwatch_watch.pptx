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34"/>
  </p:notesMasterIdLst>
  <p:sldIdLst>
    <p:sldId id="256" r:id="rId5"/>
    <p:sldId id="290" r:id="rId6"/>
    <p:sldId id="259" r:id="rId7"/>
    <p:sldId id="321" r:id="rId8"/>
    <p:sldId id="320" r:id="rId9"/>
    <p:sldId id="291" r:id="rId10"/>
    <p:sldId id="322" r:id="rId11"/>
    <p:sldId id="265" r:id="rId12"/>
    <p:sldId id="344" r:id="rId13"/>
    <p:sldId id="345" r:id="rId14"/>
    <p:sldId id="324" r:id="rId15"/>
    <p:sldId id="338" r:id="rId16"/>
    <p:sldId id="342" r:id="rId17"/>
    <p:sldId id="327" r:id="rId18"/>
    <p:sldId id="323" r:id="rId19"/>
    <p:sldId id="340" r:id="rId20"/>
    <p:sldId id="329" r:id="rId21"/>
    <p:sldId id="330" r:id="rId22"/>
    <p:sldId id="331" r:id="rId23"/>
    <p:sldId id="343" r:id="rId24"/>
    <p:sldId id="341" r:id="rId25"/>
    <p:sldId id="346" r:id="rId26"/>
    <p:sldId id="326" r:id="rId27"/>
    <p:sldId id="332" r:id="rId28"/>
    <p:sldId id="336" r:id="rId29"/>
    <p:sldId id="334" r:id="rId30"/>
    <p:sldId id="335" r:id="rId31"/>
    <p:sldId id="337" r:id="rId32"/>
    <p:sldId id="270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UART + ASCII </a:t>
            </a:r>
            <a:r>
              <a:rPr lang="en-US" altLang="ko-KR" b="1" dirty="0" err="1"/>
              <a:t>docder</a:t>
            </a:r>
            <a:r>
              <a:rPr lang="en-US" altLang="ko-KR" b="1" dirty="0"/>
              <a:t> stopwatch/watch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 </a:t>
            </a:r>
            <a:r>
              <a:rPr lang="ko-KR" altLang="en-US" dirty="0" err="1"/>
              <a:t>온디바이스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 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5968C-06B2-387E-6E4B-165DF20C5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Introduction</a:t>
            </a:r>
          </a:p>
          <a:p>
            <a:r>
              <a:rPr lang="en-US" altLang="ko-KR" dirty="0"/>
              <a:t>2. Block Diagram</a:t>
            </a:r>
          </a:p>
          <a:p>
            <a:r>
              <a:rPr lang="en-US" altLang="ko-KR" dirty="0"/>
              <a:t>3. FSM</a:t>
            </a:r>
          </a:p>
          <a:p>
            <a:r>
              <a:rPr lang="en-US" altLang="ko-KR" dirty="0"/>
              <a:t>4. Module</a:t>
            </a:r>
          </a:p>
          <a:p>
            <a:r>
              <a:rPr lang="en-US" altLang="ko-KR" dirty="0"/>
              <a:t>5. Simulation</a:t>
            </a:r>
          </a:p>
          <a:p>
            <a:r>
              <a:rPr lang="en-US" altLang="ko-KR" dirty="0"/>
              <a:t>6. </a:t>
            </a:r>
            <a:r>
              <a:rPr lang="ko-KR" altLang="en-US" dirty="0"/>
              <a:t>고찰</a:t>
            </a:r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출처</a:t>
            </a:r>
          </a:p>
        </p:txBody>
      </p:sp>
    </p:spTree>
    <p:extLst>
      <p:ext uri="{BB962C8B-B14F-4D97-AF65-F5344CB8AC3E}">
        <p14:creationId xmlns:p14="http://schemas.microsoft.com/office/powerpoint/2010/main" val="18000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72BC87-2239-8B68-D14B-6A6888DDF567}"/>
              </a:ext>
            </a:extLst>
          </p:cNvPr>
          <p:cNvSpPr/>
          <p:nvPr/>
        </p:nvSpPr>
        <p:spPr>
          <a:xfrm>
            <a:off x="2660650" y="1676400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PC</a:t>
            </a:r>
            <a:endParaRPr lang="ko-KR" altLang="en-US" sz="32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34F3B3-3852-EA7B-5C94-51368163CED2}"/>
              </a:ext>
            </a:extLst>
          </p:cNvPr>
          <p:cNvSpPr/>
          <p:nvPr/>
        </p:nvSpPr>
        <p:spPr>
          <a:xfrm>
            <a:off x="7734300" y="1436914"/>
            <a:ext cx="2324100" cy="419961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STOPWATCH</a:t>
            </a:r>
          </a:p>
          <a:p>
            <a:pPr algn="ctr"/>
            <a:r>
              <a:rPr lang="en-US" altLang="ko-KR" sz="3200" b="1" dirty="0"/>
              <a:t>WATCH</a:t>
            </a:r>
          </a:p>
          <a:p>
            <a:pPr algn="ctr"/>
            <a:r>
              <a:rPr lang="en-US" altLang="ko-KR" sz="3200" b="1" dirty="0"/>
              <a:t>[BASYS3]</a:t>
            </a:r>
          </a:p>
          <a:p>
            <a:pPr algn="ctr"/>
            <a:endParaRPr lang="ko-KR" altLang="en-US" sz="32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B54794-249E-D8DE-0491-FF136C27C387}"/>
              </a:ext>
            </a:extLst>
          </p:cNvPr>
          <p:cNvSpPr/>
          <p:nvPr/>
        </p:nvSpPr>
        <p:spPr>
          <a:xfrm>
            <a:off x="2660649" y="4066268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Butten</a:t>
            </a:r>
          </a:p>
          <a:p>
            <a:pPr algn="ctr"/>
            <a:r>
              <a:rPr lang="en-US" altLang="ko-KR" sz="3200" b="1" dirty="0" err="1"/>
              <a:t>sw</a:t>
            </a:r>
            <a:endParaRPr lang="ko-KR" altLang="en-US" sz="3200" b="1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A41CA6A9-48DC-1BF6-A47C-EBD0540B7FFA}"/>
              </a:ext>
            </a:extLst>
          </p:cNvPr>
          <p:cNvSpPr/>
          <p:nvPr/>
        </p:nvSpPr>
        <p:spPr>
          <a:xfrm rot="16200000">
            <a:off x="6161088" y="1839232"/>
            <a:ext cx="914400" cy="1397000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DD13574E-B229-F3C4-A773-F8BACEC326FA}"/>
              </a:ext>
            </a:extLst>
          </p:cNvPr>
          <p:cNvSpPr/>
          <p:nvPr/>
        </p:nvSpPr>
        <p:spPr>
          <a:xfrm rot="16200000">
            <a:off x="6046788" y="3956050"/>
            <a:ext cx="914400" cy="1397000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256054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7188-5AEB-9D6B-F072-E9F9C73C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5DF3C-2322-23CC-6DEB-10FEEF9C4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27719-DB15-3B31-A12A-3975AFC9D4E7}"/>
              </a:ext>
            </a:extLst>
          </p:cNvPr>
          <p:cNvSpPr txBox="1"/>
          <p:nvPr/>
        </p:nvSpPr>
        <p:spPr>
          <a:xfrm>
            <a:off x="1854200" y="1358775"/>
            <a:ext cx="180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UART</a:t>
            </a:r>
            <a:endParaRPr lang="ko-KR" altLang="en-US" sz="28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85E91B-B58A-103F-A4A1-F299A6675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174688"/>
              </p:ext>
            </p:extLst>
          </p:nvPr>
        </p:nvGraphicFramePr>
        <p:xfrm>
          <a:off x="3143250" y="2242966"/>
          <a:ext cx="5670550" cy="3351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5275">
                  <a:extLst>
                    <a:ext uri="{9D8B030D-6E8A-4147-A177-3AD203B41FA5}">
                      <a16:colId xmlns:a16="http://schemas.microsoft.com/office/drawing/2014/main" val="2724172096"/>
                    </a:ext>
                  </a:extLst>
                </a:gridCol>
                <a:gridCol w="2835275">
                  <a:extLst>
                    <a:ext uri="{9D8B030D-6E8A-4147-A177-3AD203B41FA5}">
                      <a16:colId xmlns:a16="http://schemas.microsoft.com/office/drawing/2014/main" val="4105063905"/>
                    </a:ext>
                  </a:extLst>
                </a:gridCol>
              </a:tblGrid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UART_SPEC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value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87335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 err="1"/>
                        <a:t>Baudrate</a:t>
                      </a:r>
                      <a:r>
                        <a:rPr lang="en-US" altLang="ko-KR" sz="3200" dirty="0"/>
                        <a:t>[bps]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9600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345267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Data bits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8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083647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Stop bits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1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057141"/>
                  </a:ext>
                </a:extLst>
              </a:tr>
              <a:tr h="6702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Parity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none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3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25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932A-794E-864F-6528-BCA47A69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75FA5-C524-FC67-050C-41A26307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A0141-6AC1-BDCF-B8EF-9BE595543F73}"/>
              </a:ext>
            </a:extLst>
          </p:cNvPr>
          <p:cNvSpPr txBox="1"/>
          <p:nvPr/>
        </p:nvSpPr>
        <p:spPr>
          <a:xfrm>
            <a:off x="1854200" y="1358775"/>
            <a:ext cx="180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</a:t>
            </a:r>
            <a:r>
              <a:rPr lang="en-US" altLang="ko-KR" sz="2800" b="1" dirty="0" smtClean="0"/>
              <a:t>UART</a:t>
            </a:r>
            <a:endParaRPr lang="ko-KR" altLang="en-US" sz="28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25B4B6-0649-BFAD-74B3-C8CC827A2C06}"/>
              </a:ext>
            </a:extLst>
          </p:cNvPr>
          <p:cNvSpPr/>
          <p:nvPr/>
        </p:nvSpPr>
        <p:spPr>
          <a:xfrm>
            <a:off x="2111374" y="2689555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TX</a:t>
            </a:r>
            <a:endParaRPr lang="ko-KR" altLang="en-US" sz="3200" b="1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17AF7027-F19E-41DC-D7EC-E3AE7DBBF2B0}"/>
              </a:ext>
            </a:extLst>
          </p:cNvPr>
          <p:cNvSpPr/>
          <p:nvPr/>
        </p:nvSpPr>
        <p:spPr>
          <a:xfrm rot="16200000">
            <a:off x="5715000" y="2852387"/>
            <a:ext cx="914400" cy="1397000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72D368-EF48-222B-DF83-6DE8B58DB097}"/>
              </a:ext>
            </a:extLst>
          </p:cNvPr>
          <p:cNvSpPr/>
          <p:nvPr/>
        </p:nvSpPr>
        <p:spPr>
          <a:xfrm>
            <a:off x="7426326" y="2689555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RX</a:t>
            </a:r>
            <a:endParaRPr lang="ko-KR" altLang="en-US" sz="3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87FA94-25FD-E978-C36C-61398232D8D9}"/>
              </a:ext>
            </a:extLst>
          </p:cNvPr>
          <p:cNvSpPr/>
          <p:nvPr/>
        </p:nvSpPr>
        <p:spPr>
          <a:xfrm>
            <a:off x="1600200" y="2561254"/>
            <a:ext cx="3746500" cy="3820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5F6E23-094C-37A0-65BF-5DFB82171F51}"/>
              </a:ext>
            </a:extLst>
          </p:cNvPr>
          <p:cNvSpPr/>
          <p:nvPr/>
        </p:nvSpPr>
        <p:spPr>
          <a:xfrm>
            <a:off x="7010400" y="2561254"/>
            <a:ext cx="3746500" cy="3871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3DF01-490A-7F25-9A38-CA5E67459556}"/>
              </a:ext>
            </a:extLst>
          </p:cNvPr>
          <p:cNvSpPr txBox="1"/>
          <p:nvPr/>
        </p:nvSpPr>
        <p:spPr>
          <a:xfrm>
            <a:off x="1600200" y="2185638"/>
            <a:ext cx="180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DC70B4-29B2-248D-85CA-214A34587A10}"/>
              </a:ext>
            </a:extLst>
          </p:cNvPr>
          <p:cNvSpPr txBox="1"/>
          <p:nvPr/>
        </p:nvSpPr>
        <p:spPr>
          <a:xfrm>
            <a:off x="6985002" y="2185638"/>
            <a:ext cx="180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BASYS3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25B4B6-0649-BFAD-74B3-C8CC827A2C06}"/>
              </a:ext>
            </a:extLst>
          </p:cNvPr>
          <p:cNvSpPr/>
          <p:nvPr/>
        </p:nvSpPr>
        <p:spPr>
          <a:xfrm>
            <a:off x="2111374" y="4535652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/>
              <a:t>RX</a:t>
            </a:r>
            <a:endParaRPr lang="ko-KR" altLang="en-US" sz="32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72D368-EF48-222B-DF83-6DE8B58DB097}"/>
              </a:ext>
            </a:extLst>
          </p:cNvPr>
          <p:cNvSpPr/>
          <p:nvPr/>
        </p:nvSpPr>
        <p:spPr>
          <a:xfrm>
            <a:off x="7426326" y="4496901"/>
            <a:ext cx="2724151" cy="1570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T</a:t>
            </a:r>
            <a:r>
              <a:rPr lang="en-US" altLang="ko-KR" sz="3200" b="1" dirty="0" smtClean="0"/>
              <a:t>X</a:t>
            </a:r>
            <a:endParaRPr lang="ko-KR" altLang="en-US" sz="3200" b="1" dirty="0"/>
          </a:p>
        </p:txBody>
      </p:sp>
      <p:sp>
        <p:nvSpPr>
          <p:cNvPr id="19" name="화살표: 아래쪽 10">
            <a:extLst>
              <a:ext uri="{FF2B5EF4-FFF2-40B4-BE49-F238E27FC236}">
                <a16:creationId xmlns:a16="http://schemas.microsoft.com/office/drawing/2014/main" id="{17AF7027-F19E-41DC-D7EC-E3AE7DBBF2B0}"/>
              </a:ext>
            </a:extLst>
          </p:cNvPr>
          <p:cNvSpPr/>
          <p:nvPr/>
        </p:nvSpPr>
        <p:spPr>
          <a:xfrm rot="5400000">
            <a:off x="5727700" y="4687537"/>
            <a:ext cx="914400" cy="1397000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8929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57C4-F15E-8C8F-0B91-D23197E3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562AF-58C0-19EB-FE78-75AB8BE4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pic>
        <p:nvPicPr>
          <p:cNvPr id="5" name="그림 4" descr="전자제품, 전자 부품, 전자 공학, 회로 구성요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C5C8CE-9BC5-3DA7-E2DE-FE3D3034B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25739" y="1882022"/>
            <a:ext cx="2935311" cy="4757889"/>
          </a:xfrm>
          <a:prstGeom prst="rect">
            <a:avLst/>
          </a:prstGeom>
        </p:spPr>
      </p:pic>
      <p:sp>
        <p:nvSpPr>
          <p:cNvPr id="47" name="오른쪽 중괄호 46">
            <a:extLst>
              <a:ext uri="{FF2B5EF4-FFF2-40B4-BE49-F238E27FC236}">
                <a16:creationId xmlns:a16="http://schemas.microsoft.com/office/drawing/2014/main" id="{AE0AC40D-B057-689A-DBB9-28EA04470984}"/>
              </a:ext>
            </a:extLst>
          </p:cNvPr>
          <p:cNvSpPr/>
          <p:nvPr/>
        </p:nvSpPr>
        <p:spPr>
          <a:xfrm rot="16200000">
            <a:off x="2615445" y="3754473"/>
            <a:ext cx="180178" cy="1180230"/>
          </a:xfrm>
          <a:prstGeom prst="rightBrace">
            <a:avLst>
              <a:gd name="adj1" fmla="val 8333"/>
              <a:gd name="adj2" fmla="val 483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5BEF4EE-A8A4-A610-480D-ECED7D62D755}"/>
              </a:ext>
            </a:extLst>
          </p:cNvPr>
          <p:cNvCxnSpPr>
            <a:cxnSpLocks/>
          </p:cNvCxnSpPr>
          <p:nvPr/>
        </p:nvCxnSpPr>
        <p:spPr>
          <a:xfrm>
            <a:off x="2709793" y="2522139"/>
            <a:ext cx="0" cy="18010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6ED366B-7EE6-E3A8-C1AE-728FD528C816}"/>
              </a:ext>
            </a:extLst>
          </p:cNvPr>
          <p:cNvSpPr txBox="1"/>
          <p:nvPr/>
        </p:nvSpPr>
        <p:spPr>
          <a:xfrm>
            <a:off x="1406740" y="2026225"/>
            <a:ext cx="259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FND_DISPLAY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B3A3825-1060-15B7-9A48-DD2F083C36E0}"/>
              </a:ext>
            </a:extLst>
          </p:cNvPr>
          <p:cNvSpPr/>
          <p:nvPr/>
        </p:nvSpPr>
        <p:spPr>
          <a:xfrm>
            <a:off x="4279900" y="4203700"/>
            <a:ext cx="996940" cy="927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66F3052-6DB7-A27A-185E-B6DE0935F61F}"/>
              </a:ext>
            </a:extLst>
          </p:cNvPr>
          <p:cNvSpPr/>
          <p:nvPr/>
        </p:nvSpPr>
        <p:spPr>
          <a:xfrm>
            <a:off x="5187950" y="5048481"/>
            <a:ext cx="692140" cy="7624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94CDB2-DFA9-09F3-86EC-6B7943429952}"/>
              </a:ext>
            </a:extLst>
          </p:cNvPr>
          <p:cNvCxnSpPr>
            <a:cxnSpLocks/>
          </p:cNvCxnSpPr>
          <p:nvPr/>
        </p:nvCxnSpPr>
        <p:spPr>
          <a:xfrm>
            <a:off x="4778370" y="2522139"/>
            <a:ext cx="11043" cy="167291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941B08F-B7CA-28C2-DB3A-E01EEFF1B5D2}"/>
              </a:ext>
            </a:extLst>
          </p:cNvPr>
          <p:cNvCxnSpPr>
            <a:cxnSpLocks/>
          </p:cNvCxnSpPr>
          <p:nvPr/>
        </p:nvCxnSpPr>
        <p:spPr>
          <a:xfrm>
            <a:off x="5479013" y="2522139"/>
            <a:ext cx="28438" cy="25263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FF7B2AC-39CB-9A9C-7045-4EABB6976378}"/>
              </a:ext>
            </a:extLst>
          </p:cNvPr>
          <p:cNvSpPr txBox="1"/>
          <p:nvPr/>
        </p:nvSpPr>
        <p:spPr>
          <a:xfrm>
            <a:off x="4173243" y="2088495"/>
            <a:ext cx="1103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Butten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0790B7-D3E0-8DEF-8EC8-0F9F5547EB8B}"/>
              </a:ext>
            </a:extLst>
          </p:cNvPr>
          <p:cNvSpPr txBox="1"/>
          <p:nvPr/>
        </p:nvSpPr>
        <p:spPr>
          <a:xfrm>
            <a:off x="4933725" y="2120015"/>
            <a:ext cx="105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sw</a:t>
            </a:r>
            <a:endParaRPr lang="ko-KR" altLang="en-US" dirty="0"/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792EED46-DD51-54BF-D7CA-C35AA18BC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81695"/>
              </p:ext>
            </p:extLst>
          </p:nvPr>
        </p:nvGraphicFramePr>
        <p:xfrm>
          <a:off x="6145360" y="2540147"/>
          <a:ext cx="586884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535">
                  <a:extLst>
                    <a:ext uri="{9D8B030D-6E8A-4147-A177-3AD203B41FA5}">
                      <a16:colId xmlns:a16="http://schemas.microsoft.com/office/drawing/2014/main" val="2518587688"/>
                    </a:ext>
                  </a:extLst>
                </a:gridCol>
                <a:gridCol w="4108305">
                  <a:extLst>
                    <a:ext uri="{9D8B030D-6E8A-4147-A177-3AD203B41FA5}">
                      <a16:colId xmlns:a16="http://schemas.microsoft.com/office/drawing/2014/main" val="262992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/>
                        <a:t>제어</a:t>
                      </a:r>
                      <a:r>
                        <a:rPr lang="en-US" altLang="ko-KR" sz="2000" b="1" dirty="0"/>
                        <a:t> </a:t>
                      </a:r>
                      <a:r>
                        <a:rPr lang="ko-KR" altLang="en-US" sz="2000" b="1" dirty="0"/>
                        <a:t>및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기능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671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/>
                        <a:t>FND</a:t>
                      </a:r>
                    </a:p>
                    <a:p>
                      <a:pPr latinLnBrk="1"/>
                      <a:r>
                        <a:rPr lang="en-US" altLang="ko-KR" sz="2000" b="1" dirty="0"/>
                        <a:t>DISPLAY</a:t>
                      </a:r>
                      <a:endParaRPr lang="ko-KR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시간 출력</a:t>
                      </a: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시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분 </a:t>
                      </a:r>
                      <a:r>
                        <a:rPr lang="en-US" altLang="ko-KR" sz="2000" dirty="0"/>
                        <a:t>or </a:t>
                      </a:r>
                      <a:r>
                        <a:rPr lang="ko-KR" altLang="en-US" sz="2000" dirty="0"/>
                        <a:t>초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밀리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863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/>
                        <a:t>Butten</a:t>
                      </a:r>
                      <a:endParaRPr lang="ko-KR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Clear, reset, </a:t>
                      </a:r>
                      <a:r>
                        <a:rPr lang="en-US" altLang="ko-KR" sz="2000" dirty="0" err="1"/>
                        <a:t>run_stop</a:t>
                      </a:r>
                      <a:r>
                        <a:rPr lang="en-US" altLang="ko-KR" sz="2000" dirty="0"/>
                        <a:t>, </a:t>
                      </a:r>
                      <a:endParaRPr lang="en-US" altLang="ko-KR" sz="2000" dirty="0" smtClean="0"/>
                    </a:p>
                    <a:p>
                      <a:pPr latinLnBrk="1"/>
                      <a:r>
                        <a:rPr lang="en-US" altLang="ko-KR" sz="2000" dirty="0" smtClean="0"/>
                        <a:t>Count(up</a:t>
                      </a:r>
                      <a:r>
                        <a:rPr lang="en-US" altLang="ko-KR" sz="2000" dirty="0"/>
                        <a:t>/ down)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5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/>
                        <a:t>Switch</a:t>
                      </a:r>
                      <a:endParaRPr lang="ko-KR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 smtClean="0"/>
                        <a:t>[0]</a:t>
                      </a:r>
                      <a:r>
                        <a:rPr lang="en-US" altLang="ko-KR" sz="2000" baseline="0" dirty="0" smtClean="0"/>
                        <a:t> Mode </a:t>
                      </a:r>
                      <a:r>
                        <a:rPr lang="en-US" altLang="ko-KR" sz="2000" dirty="0" smtClean="0"/>
                        <a:t>(stopwatch/watch)</a:t>
                      </a:r>
                      <a:endParaRPr lang="en-US" altLang="ko-KR" sz="2000" dirty="0"/>
                    </a:p>
                    <a:p>
                      <a:pPr latinLnBrk="1"/>
                      <a:r>
                        <a:rPr lang="en-US" altLang="ko-KR" sz="2000" dirty="0" smtClean="0"/>
                        <a:t>[1] </a:t>
                      </a:r>
                      <a:r>
                        <a:rPr lang="en-US" altLang="ko-KR" sz="2000" dirty="0"/>
                        <a:t>Display Chage (</a:t>
                      </a:r>
                      <a:r>
                        <a:rPr lang="ko-KR" altLang="en-US" sz="2000" dirty="0"/>
                        <a:t>시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분 </a:t>
                      </a:r>
                      <a:r>
                        <a:rPr lang="en-US" altLang="ko-KR" sz="2000" dirty="0"/>
                        <a:t>or </a:t>
                      </a:r>
                      <a:r>
                        <a:rPr lang="ko-KR" altLang="en-US" sz="2000" dirty="0"/>
                        <a:t>초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밀리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58737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B02F760B-CD0B-1532-5CAE-D5B498CE5AA5}"/>
              </a:ext>
            </a:extLst>
          </p:cNvPr>
          <p:cNvSpPr txBox="1"/>
          <p:nvPr/>
        </p:nvSpPr>
        <p:spPr>
          <a:xfrm>
            <a:off x="1854199" y="1358775"/>
            <a:ext cx="2694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</a:t>
            </a:r>
            <a:r>
              <a:rPr lang="en-US" altLang="ko-KR" sz="2800" b="1" dirty="0" smtClean="0"/>
              <a:t>USER Interface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0771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B707-34CF-30E1-B3FD-8CDB654F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회로, 전자제품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D4B36D-318B-6D9C-A7C9-BDD9F123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52996"/>
            <a:ext cx="2386658" cy="2027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AC9A375-4878-C5D1-224D-3F2EACA7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1. Introduction</a:t>
            </a:r>
            <a:endParaRPr lang="ko-KR" altLang="en-US" b="1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8C714B6-FB6A-ED13-D24D-81FE51CCB974}"/>
              </a:ext>
            </a:extLst>
          </p:cNvPr>
          <p:cNvCxnSpPr>
            <a:cxnSpLocks/>
          </p:cNvCxnSpPr>
          <p:nvPr/>
        </p:nvCxnSpPr>
        <p:spPr>
          <a:xfrm flipV="1">
            <a:off x="1828800" y="4338237"/>
            <a:ext cx="0" cy="10402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A93EC0-2D49-F72C-71E4-FAE94453AB4A}"/>
              </a:ext>
            </a:extLst>
          </p:cNvPr>
          <p:cNvSpPr txBox="1"/>
          <p:nvPr/>
        </p:nvSpPr>
        <p:spPr>
          <a:xfrm>
            <a:off x="2053315" y="540669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DONW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2CBF50-3B51-FA9F-D3CE-36986C715399}"/>
              </a:ext>
            </a:extLst>
          </p:cNvPr>
          <p:cNvSpPr txBox="1"/>
          <p:nvPr/>
        </p:nvSpPr>
        <p:spPr>
          <a:xfrm>
            <a:off x="1173880" y="540015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CLEAR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1994D4A-3AE0-D94E-4597-7DADF8943C06}"/>
              </a:ext>
            </a:extLst>
          </p:cNvPr>
          <p:cNvCxnSpPr>
            <a:cxnSpLocks/>
          </p:cNvCxnSpPr>
          <p:nvPr/>
        </p:nvCxnSpPr>
        <p:spPr>
          <a:xfrm flipV="1">
            <a:off x="2672408" y="4869418"/>
            <a:ext cx="0" cy="5090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A97D79C-2EF3-AD5D-70FF-F0AD26DAAC8C}"/>
              </a:ext>
            </a:extLst>
          </p:cNvPr>
          <p:cNvCxnSpPr>
            <a:cxnSpLocks/>
          </p:cNvCxnSpPr>
          <p:nvPr/>
        </p:nvCxnSpPr>
        <p:spPr>
          <a:xfrm>
            <a:off x="2647553" y="2540000"/>
            <a:ext cx="0" cy="673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70EAE02-D366-14E6-2561-5870C4B09D7E}"/>
              </a:ext>
            </a:extLst>
          </p:cNvPr>
          <p:cNvCxnSpPr>
            <a:cxnSpLocks/>
          </p:cNvCxnSpPr>
          <p:nvPr/>
        </p:nvCxnSpPr>
        <p:spPr>
          <a:xfrm flipV="1">
            <a:off x="3428058" y="4338237"/>
            <a:ext cx="0" cy="10619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514CD73-9DB1-A5D5-1D6B-BD55EA01DC65}"/>
              </a:ext>
            </a:extLst>
          </p:cNvPr>
          <p:cNvSpPr txBox="1"/>
          <p:nvPr/>
        </p:nvSpPr>
        <p:spPr>
          <a:xfrm>
            <a:off x="2120503" y="219250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UP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A24F2B-13AA-7B85-53D0-084EDE3A936C}"/>
              </a:ext>
            </a:extLst>
          </p:cNvPr>
          <p:cNvSpPr txBox="1"/>
          <p:nvPr/>
        </p:nvSpPr>
        <p:spPr>
          <a:xfrm>
            <a:off x="2898525" y="5378450"/>
            <a:ext cx="144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RUN_STOP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1BB53AE-697D-CFDC-E708-D7DC3E90AED1}"/>
              </a:ext>
            </a:extLst>
          </p:cNvPr>
          <p:cNvCxnSpPr>
            <a:cxnSpLocks/>
          </p:cNvCxnSpPr>
          <p:nvPr/>
        </p:nvCxnSpPr>
        <p:spPr>
          <a:xfrm flipH="1">
            <a:off x="2891305" y="2568365"/>
            <a:ext cx="1177558" cy="12697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1DCB3C5-2EEB-E0E2-5B61-F6D006DA6198}"/>
              </a:ext>
            </a:extLst>
          </p:cNvPr>
          <p:cNvSpPr txBox="1"/>
          <p:nvPr/>
        </p:nvSpPr>
        <p:spPr>
          <a:xfrm>
            <a:off x="3107415" y="2199033"/>
            <a:ext cx="2101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RESET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EAEB51E-B3F5-99BA-7D3E-CB2666BCE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987319"/>
              </p:ext>
            </p:extLst>
          </p:nvPr>
        </p:nvGraphicFramePr>
        <p:xfrm>
          <a:off x="4698998" y="2127250"/>
          <a:ext cx="6807198" cy="3640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915">
                  <a:extLst>
                    <a:ext uri="{9D8B030D-6E8A-4147-A177-3AD203B41FA5}">
                      <a16:colId xmlns:a16="http://schemas.microsoft.com/office/drawing/2014/main" val="2204985463"/>
                    </a:ext>
                  </a:extLst>
                </a:gridCol>
                <a:gridCol w="1454651">
                  <a:extLst>
                    <a:ext uri="{9D8B030D-6E8A-4147-A177-3AD203B41FA5}">
                      <a16:colId xmlns:a16="http://schemas.microsoft.com/office/drawing/2014/main" val="1286846083"/>
                    </a:ext>
                  </a:extLst>
                </a:gridCol>
                <a:gridCol w="1156886">
                  <a:extLst>
                    <a:ext uri="{9D8B030D-6E8A-4147-A177-3AD203B41FA5}">
                      <a16:colId xmlns:a16="http://schemas.microsoft.com/office/drawing/2014/main" val="2869440152"/>
                    </a:ext>
                  </a:extLst>
                </a:gridCol>
                <a:gridCol w="2825746">
                  <a:extLst>
                    <a:ext uri="{9D8B030D-6E8A-4147-A177-3AD203B41FA5}">
                      <a16:colId xmlns:a16="http://schemas.microsoft.com/office/drawing/2014/main" val="2376137141"/>
                    </a:ext>
                  </a:extLst>
                </a:gridCol>
              </a:tblGrid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BUTTEN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UART(ASCII)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UART(hex)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443826"/>
                  </a:ext>
                </a:extLst>
              </a:tr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RESET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085677"/>
                  </a:ext>
                </a:extLst>
              </a:tr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Clear Data in Current Mode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191581"/>
                  </a:ext>
                </a:extLst>
              </a:tr>
              <a:tr h="4885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RUN_STOP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STOPWATCH RUN or STOP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273168"/>
                  </a:ext>
                </a:extLst>
              </a:tr>
              <a:tr h="8431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UP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STOPWATCH: up counter</a:t>
                      </a:r>
                    </a:p>
                    <a:p>
                      <a:pPr latinLnBrk="1"/>
                      <a:r>
                        <a:rPr lang="en-US" altLang="ko-KR" dirty="0"/>
                        <a:t>WATCH: set time up(min)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809953"/>
                  </a:ext>
                </a:extLst>
              </a:tr>
              <a:tr h="8431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DOWN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STOPWATCH: down counter</a:t>
                      </a:r>
                    </a:p>
                    <a:p>
                      <a:pPr latinLnBrk="1"/>
                      <a:r>
                        <a:rPr lang="en-US" altLang="ko-KR" dirty="0"/>
                        <a:t>WATCH: set time down(min)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52887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02F760B-CD0B-1532-5CAE-D5B498CE5AA5}"/>
              </a:ext>
            </a:extLst>
          </p:cNvPr>
          <p:cNvSpPr txBox="1"/>
          <p:nvPr/>
        </p:nvSpPr>
        <p:spPr>
          <a:xfrm>
            <a:off x="1854199" y="1358775"/>
            <a:ext cx="2694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</a:t>
            </a:r>
            <a:r>
              <a:rPr lang="en-US" altLang="ko-KR" sz="2800" b="1" dirty="0" smtClean="0"/>
              <a:t>USER Interface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0441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2. Block Diagram</a:t>
            </a:r>
            <a:endParaRPr lang="ko-KR" altLang="en-US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436914"/>
            <a:ext cx="10580123" cy="511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31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2. Block Diagram</a:t>
            </a:r>
            <a:endParaRPr lang="ko-KR" altLang="en-US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436914"/>
            <a:ext cx="10580123" cy="5112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14693" y="799747"/>
            <a:ext cx="30119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/>
              <a:t>INPUT: BUTTEN</a:t>
            </a:r>
            <a:endParaRPr lang="ko-KR" altLang="en-US" sz="2800" b="1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4587082" y="2923308"/>
            <a:ext cx="2721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H="1" flipV="1">
            <a:off x="4588545" y="2427578"/>
            <a:ext cx="293564" cy="5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547447" y="2327031"/>
            <a:ext cx="143021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1547447" y="2842847"/>
            <a:ext cx="1430215" cy="58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1547446" y="3320207"/>
            <a:ext cx="1430215" cy="58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1547445" y="3859634"/>
            <a:ext cx="1430215" cy="58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3582376" y="2327031"/>
            <a:ext cx="7869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582375" y="2836986"/>
            <a:ext cx="7869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582374" y="3320207"/>
            <a:ext cx="7869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3582373" y="3859634"/>
            <a:ext cx="7869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 flipV="1">
            <a:off x="4859213" y="2404929"/>
            <a:ext cx="1835" cy="15574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 flipV="1">
            <a:off x="4590926" y="3424103"/>
            <a:ext cx="293564" cy="5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 flipV="1">
            <a:off x="4588545" y="3962400"/>
            <a:ext cx="293564" cy="5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859213" y="3148013"/>
            <a:ext cx="417637" cy="125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082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2. Block Diagram</a:t>
            </a:r>
            <a:endParaRPr lang="ko-KR" altLang="en-US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436914"/>
            <a:ext cx="10580123" cy="5112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7816" y="799747"/>
            <a:ext cx="266020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/>
              <a:t>INPUT: UART_RX</a:t>
            </a:r>
            <a:endParaRPr lang="ko-KR" altLang="en-US" sz="2800" b="1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1547445" y="4648200"/>
            <a:ext cx="650632" cy="58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 flipV="1">
            <a:off x="4084327" y="2435759"/>
            <a:ext cx="31144" cy="21010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 flipV="1">
            <a:off x="4063388" y="4536832"/>
            <a:ext cx="104166" cy="5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4110764" y="2479431"/>
            <a:ext cx="273667" cy="70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3024553" y="4642338"/>
            <a:ext cx="228601" cy="58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V="1">
            <a:off x="4084327" y="3015213"/>
            <a:ext cx="273667" cy="70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V="1">
            <a:off x="4099899" y="3510551"/>
            <a:ext cx="273667" cy="70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V="1">
            <a:off x="4117484" y="4034405"/>
            <a:ext cx="273667" cy="70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4587082" y="2923308"/>
            <a:ext cx="2721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 flipV="1">
            <a:off x="4588545" y="2427578"/>
            <a:ext cx="293564" cy="5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 flipV="1">
            <a:off x="4859213" y="2404929"/>
            <a:ext cx="1835" cy="15574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 flipV="1">
            <a:off x="4590926" y="3424103"/>
            <a:ext cx="293564" cy="5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 flipV="1">
            <a:off x="4588545" y="3962400"/>
            <a:ext cx="293564" cy="5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4859213" y="3148013"/>
            <a:ext cx="417637" cy="125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11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2D2E-7AD5-D8D0-9E2C-CE84A987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EFEC0AA-DB9E-0107-FE84-45CB5C588652}"/>
              </a:ext>
            </a:extLst>
          </p:cNvPr>
          <p:cNvSpPr/>
          <p:nvPr/>
        </p:nvSpPr>
        <p:spPr>
          <a:xfrm>
            <a:off x="463550" y="1881995"/>
            <a:ext cx="11258550" cy="44870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A0A342-FB11-390A-EC63-B3AC64C4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</a:t>
            </a:r>
            <a:r>
              <a:rPr lang="en-US" altLang="ko-KR" b="1" dirty="0" smtClean="0"/>
              <a:t>Module(RX&amp;</a:t>
            </a:r>
            <a:r>
              <a:rPr lang="en-US" altLang="ko-KR" b="1" dirty="0"/>
              <a:t>BAUD_TICK</a:t>
            </a:r>
            <a:r>
              <a:rPr lang="en-US" altLang="ko-KR" b="1" dirty="0" smtClean="0"/>
              <a:t>) 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313DDD-FF6F-A950-354F-6D76388E9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673"/>
          <a:stretch/>
        </p:blipFill>
        <p:spPr>
          <a:xfrm>
            <a:off x="1796170" y="2413344"/>
            <a:ext cx="9887830" cy="1304972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77910AC-A424-19FA-AF15-2C591953EE74}"/>
              </a:ext>
            </a:extLst>
          </p:cNvPr>
          <p:cNvCxnSpPr>
            <a:cxnSpLocks/>
          </p:cNvCxnSpPr>
          <p:nvPr/>
        </p:nvCxnSpPr>
        <p:spPr>
          <a:xfrm>
            <a:off x="2575656" y="4502150"/>
            <a:ext cx="91061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B1A4ADA-8A1D-5BFF-E096-89CACEB54C8C}"/>
              </a:ext>
            </a:extLst>
          </p:cNvPr>
          <p:cNvCxnSpPr>
            <a:cxnSpLocks/>
          </p:cNvCxnSpPr>
          <p:nvPr/>
        </p:nvCxnSpPr>
        <p:spPr>
          <a:xfrm>
            <a:off x="3236056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D7FFBAE-D206-F465-C062-E8CD16C13D0C}"/>
              </a:ext>
            </a:extLst>
          </p:cNvPr>
          <p:cNvCxnSpPr>
            <a:cxnSpLocks/>
          </p:cNvCxnSpPr>
          <p:nvPr/>
        </p:nvCxnSpPr>
        <p:spPr>
          <a:xfrm>
            <a:off x="4956906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481A54E-4F43-60BF-016D-7A54DC4F35EC}"/>
              </a:ext>
            </a:extLst>
          </p:cNvPr>
          <p:cNvCxnSpPr>
            <a:cxnSpLocks/>
          </p:cNvCxnSpPr>
          <p:nvPr/>
        </p:nvCxnSpPr>
        <p:spPr>
          <a:xfrm>
            <a:off x="6690456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C295F6-ED05-03B3-D1B7-C9E6B3AA34BE}"/>
              </a:ext>
            </a:extLst>
          </p:cNvPr>
          <p:cNvCxnSpPr>
            <a:cxnSpLocks/>
          </p:cNvCxnSpPr>
          <p:nvPr/>
        </p:nvCxnSpPr>
        <p:spPr>
          <a:xfrm>
            <a:off x="8150956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14769D-4AAC-5722-097F-969C295F699E}"/>
              </a:ext>
            </a:extLst>
          </p:cNvPr>
          <p:cNvCxnSpPr>
            <a:cxnSpLocks/>
          </p:cNvCxnSpPr>
          <p:nvPr/>
        </p:nvCxnSpPr>
        <p:spPr>
          <a:xfrm>
            <a:off x="9611456" y="37592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61329E-22AE-EDC4-BAA3-0E4E67625D81}"/>
              </a:ext>
            </a:extLst>
          </p:cNvPr>
          <p:cNvSpPr txBox="1"/>
          <p:nvPr/>
        </p:nvSpPr>
        <p:spPr>
          <a:xfrm>
            <a:off x="761716" y="2720294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TX_DATA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08DCA-4CE7-CC33-A961-023D6E92AFED}"/>
              </a:ext>
            </a:extLst>
          </p:cNvPr>
          <p:cNvSpPr txBox="1"/>
          <p:nvPr/>
        </p:nvSpPr>
        <p:spPr>
          <a:xfrm>
            <a:off x="806451" y="3940856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9600bps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C4E1178-1BB4-68BC-6445-45B7CEA005DC}"/>
              </a:ext>
            </a:extLst>
          </p:cNvPr>
          <p:cNvCxnSpPr>
            <a:cxnSpLocks/>
          </p:cNvCxnSpPr>
          <p:nvPr/>
        </p:nvCxnSpPr>
        <p:spPr>
          <a:xfrm>
            <a:off x="2508250" y="5607050"/>
            <a:ext cx="91061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D0AE5F7-D306-3A89-9C20-2A42E0A245DA}"/>
              </a:ext>
            </a:extLst>
          </p:cNvPr>
          <p:cNvCxnSpPr>
            <a:cxnSpLocks/>
          </p:cNvCxnSpPr>
          <p:nvPr/>
        </p:nvCxnSpPr>
        <p:spPr>
          <a:xfrm>
            <a:off x="31686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2CBF527-D3BF-66D2-6A44-1D1F65953DBB}"/>
              </a:ext>
            </a:extLst>
          </p:cNvPr>
          <p:cNvCxnSpPr>
            <a:cxnSpLocks/>
          </p:cNvCxnSpPr>
          <p:nvPr/>
        </p:nvCxnSpPr>
        <p:spPr>
          <a:xfrm>
            <a:off x="40386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0C59200-45CE-57D3-63E7-6E6AAF53BCEE}"/>
              </a:ext>
            </a:extLst>
          </p:cNvPr>
          <p:cNvCxnSpPr>
            <a:cxnSpLocks/>
          </p:cNvCxnSpPr>
          <p:nvPr/>
        </p:nvCxnSpPr>
        <p:spPr>
          <a:xfrm>
            <a:off x="48895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0514426-C9D3-5DE4-4E1B-8E1E935BC410}"/>
              </a:ext>
            </a:extLst>
          </p:cNvPr>
          <p:cNvCxnSpPr>
            <a:cxnSpLocks/>
          </p:cNvCxnSpPr>
          <p:nvPr/>
        </p:nvCxnSpPr>
        <p:spPr>
          <a:xfrm>
            <a:off x="57721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E7C25FF-F349-3184-CA70-DC41AEF6D4A6}"/>
              </a:ext>
            </a:extLst>
          </p:cNvPr>
          <p:cNvCxnSpPr>
            <a:cxnSpLocks/>
          </p:cNvCxnSpPr>
          <p:nvPr/>
        </p:nvCxnSpPr>
        <p:spPr>
          <a:xfrm>
            <a:off x="66421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A8CA00E-721D-82E3-C449-128A7770541A}"/>
              </a:ext>
            </a:extLst>
          </p:cNvPr>
          <p:cNvCxnSpPr>
            <a:cxnSpLocks/>
          </p:cNvCxnSpPr>
          <p:nvPr/>
        </p:nvCxnSpPr>
        <p:spPr>
          <a:xfrm>
            <a:off x="74739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C2CFA36-8CCB-5220-5932-C240D9FF511B}"/>
              </a:ext>
            </a:extLst>
          </p:cNvPr>
          <p:cNvCxnSpPr>
            <a:cxnSpLocks/>
          </p:cNvCxnSpPr>
          <p:nvPr/>
        </p:nvCxnSpPr>
        <p:spPr>
          <a:xfrm>
            <a:off x="83439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D0FA098-8D9A-A83A-5CEE-9F24550899CD}"/>
              </a:ext>
            </a:extLst>
          </p:cNvPr>
          <p:cNvCxnSpPr>
            <a:cxnSpLocks/>
          </p:cNvCxnSpPr>
          <p:nvPr/>
        </p:nvCxnSpPr>
        <p:spPr>
          <a:xfrm>
            <a:off x="92011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9787726-B949-7605-2BB9-D5CC3B2F39BF}"/>
              </a:ext>
            </a:extLst>
          </p:cNvPr>
          <p:cNvCxnSpPr>
            <a:cxnSpLocks/>
          </p:cNvCxnSpPr>
          <p:nvPr/>
        </p:nvCxnSpPr>
        <p:spPr>
          <a:xfrm>
            <a:off x="1006475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88888F1-A6DB-753A-1908-6858A0CB76C3}"/>
              </a:ext>
            </a:extLst>
          </p:cNvPr>
          <p:cNvCxnSpPr>
            <a:cxnSpLocks/>
          </p:cNvCxnSpPr>
          <p:nvPr/>
        </p:nvCxnSpPr>
        <p:spPr>
          <a:xfrm>
            <a:off x="10909300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919D4C1-9F7C-B7AE-D9BD-8AB55A537E37}"/>
              </a:ext>
            </a:extLst>
          </p:cNvPr>
          <p:cNvCxnSpPr>
            <a:cxnSpLocks/>
          </p:cNvCxnSpPr>
          <p:nvPr/>
        </p:nvCxnSpPr>
        <p:spPr>
          <a:xfrm>
            <a:off x="2615916" y="5607050"/>
            <a:ext cx="91061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67566E3-CA7C-4D34-906C-9656DBCB1A08}"/>
              </a:ext>
            </a:extLst>
          </p:cNvPr>
          <p:cNvCxnSpPr>
            <a:cxnSpLocks/>
          </p:cNvCxnSpPr>
          <p:nvPr/>
        </p:nvCxnSpPr>
        <p:spPr>
          <a:xfrm>
            <a:off x="32763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53D917B-DC93-3042-731B-AB0891A25237}"/>
              </a:ext>
            </a:extLst>
          </p:cNvPr>
          <p:cNvCxnSpPr>
            <a:cxnSpLocks/>
          </p:cNvCxnSpPr>
          <p:nvPr/>
        </p:nvCxnSpPr>
        <p:spPr>
          <a:xfrm>
            <a:off x="41462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DCA0E76-73C6-228A-FB2F-4D9740C0275E}"/>
              </a:ext>
            </a:extLst>
          </p:cNvPr>
          <p:cNvCxnSpPr>
            <a:cxnSpLocks/>
          </p:cNvCxnSpPr>
          <p:nvPr/>
        </p:nvCxnSpPr>
        <p:spPr>
          <a:xfrm>
            <a:off x="49971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24F0F05-A6E8-F416-0AE3-B6EDB4D1A279}"/>
              </a:ext>
            </a:extLst>
          </p:cNvPr>
          <p:cNvCxnSpPr>
            <a:cxnSpLocks/>
          </p:cNvCxnSpPr>
          <p:nvPr/>
        </p:nvCxnSpPr>
        <p:spPr>
          <a:xfrm>
            <a:off x="5879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1510AFE-1964-42FA-44ED-70A5673F79C6}"/>
              </a:ext>
            </a:extLst>
          </p:cNvPr>
          <p:cNvCxnSpPr>
            <a:cxnSpLocks/>
          </p:cNvCxnSpPr>
          <p:nvPr/>
        </p:nvCxnSpPr>
        <p:spPr>
          <a:xfrm>
            <a:off x="67497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06CFCFD-55F0-6292-95A2-9C56A07B4893}"/>
              </a:ext>
            </a:extLst>
          </p:cNvPr>
          <p:cNvCxnSpPr>
            <a:cxnSpLocks/>
          </p:cNvCxnSpPr>
          <p:nvPr/>
        </p:nvCxnSpPr>
        <p:spPr>
          <a:xfrm>
            <a:off x="75816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5DEBCCE7-9692-812B-5585-CE6BDB645A54}"/>
              </a:ext>
            </a:extLst>
          </p:cNvPr>
          <p:cNvCxnSpPr>
            <a:cxnSpLocks/>
          </p:cNvCxnSpPr>
          <p:nvPr/>
        </p:nvCxnSpPr>
        <p:spPr>
          <a:xfrm>
            <a:off x="84515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31C4A801-CCE5-570E-75F3-FA5CC0BBF8E5}"/>
              </a:ext>
            </a:extLst>
          </p:cNvPr>
          <p:cNvCxnSpPr>
            <a:cxnSpLocks/>
          </p:cNvCxnSpPr>
          <p:nvPr/>
        </p:nvCxnSpPr>
        <p:spPr>
          <a:xfrm>
            <a:off x="9308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002904C-94C8-A5DF-4997-7FB062706827}"/>
              </a:ext>
            </a:extLst>
          </p:cNvPr>
          <p:cNvCxnSpPr>
            <a:cxnSpLocks/>
          </p:cNvCxnSpPr>
          <p:nvPr/>
        </p:nvCxnSpPr>
        <p:spPr>
          <a:xfrm>
            <a:off x="10172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FF9776D5-1428-0DC1-A40D-EB5095CBC54C}"/>
              </a:ext>
            </a:extLst>
          </p:cNvPr>
          <p:cNvCxnSpPr>
            <a:cxnSpLocks/>
          </p:cNvCxnSpPr>
          <p:nvPr/>
        </p:nvCxnSpPr>
        <p:spPr>
          <a:xfrm>
            <a:off x="11016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B6D21BA-A9CA-C750-0A6A-0F02D315B671}"/>
              </a:ext>
            </a:extLst>
          </p:cNvPr>
          <p:cNvCxnSpPr>
            <a:cxnSpLocks/>
          </p:cNvCxnSpPr>
          <p:nvPr/>
        </p:nvCxnSpPr>
        <p:spPr>
          <a:xfrm>
            <a:off x="2755616" y="5607050"/>
            <a:ext cx="892203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B0118F4-B948-6DEC-B97E-E20237AADE61}"/>
              </a:ext>
            </a:extLst>
          </p:cNvPr>
          <p:cNvCxnSpPr>
            <a:cxnSpLocks/>
          </p:cNvCxnSpPr>
          <p:nvPr/>
        </p:nvCxnSpPr>
        <p:spPr>
          <a:xfrm>
            <a:off x="3416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979C4BD-E97A-0316-4EBD-2A019DE27FF1}"/>
              </a:ext>
            </a:extLst>
          </p:cNvPr>
          <p:cNvCxnSpPr>
            <a:cxnSpLocks/>
          </p:cNvCxnSpPr>
          <p:nvPr/>
        </p:nvCxnSpPr>
        <p:spPr>
          <a:xfrm>
            <a:off x="4285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2F0CA28-8097-4CAD-4D82-CBAF108A6B0E}"/>
              </a:ext>
            </a:extLst>
          </p:cNvPr>
          <p:cNvCxnSpPr>
            <a:cxnSpLocks/>
          </p:cNvCxnSpPr>
          <p:nvPr/>
        </p:nvCxnSpPr>
        <p:spPr>
          <a:xfrm>
            <a:off x="51368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45B2C48-C97E-BD99-F5C4-E8A224C43517}"/>
              </a:ext>
            </a:extLst>
          </p:cNvPr>
          <p:cNvCxnSpPr>
            <a:cxnSpLocks/>
          </p:cNvCxnSpPr>
          <p:nvPr/>
        </p:nvCxnSpPr>
        <p:spPr>
          <a:xfrm>
            <a:off x="60195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7505D49-C713-68ED-D1B9-758FB3E11FBE}"/>
              </a:ext>
            </a:extLst>
          </p:cNvPr>
          <p:cNvCxnSpPr>
            <a:cxnSpLocks/>
          </p:cNvCxnSpPr>
          <p:nvPr/>
        </p:nvCxnSpPr>
        <p:spPr>
          <a:xfrm>
            <a:off x="6889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630C259-5646-17DA-714C-B0AEA4BD258B}"/>
              </a:ext>
            </a:extLst>
          </p:cNvPr>
          <p:cNvCxnSpPr>
            <a:cxnSpLocks/>
          </p:cNvCxnSpPr>
          <p:nvPr/>
        </p:nvCxnSpPr>
        <p:spPr>
          <a:xfrm>
            <a:off x="77213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FC0151FB-777F-3D08-1D47-819070F6880A}"/>
              </a:ext>
            </a:extLst>
          </p:cNvPr>
          <p:cNvCxnSpPr>
            <a:cxnSpLocks/>
          </p:cNvCxnSpPr>
          <p:nvPr/>
        </p:nvCxnSpPr>
        <p:spPr>
          <a:xfrm>
            <a:off x="85912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BAF8AFD-35CB-8198-B34C-2DE158021CF9}"/>
              </a:ext>
            </a:extLst>
          </p:cNvPr>
          <p:cNvCxnSpPr>
            <a:cxnSpLocks/>
          </p:cNvCxnSpPr>
          <p:nvPr/>
        </p:nvCxnSpPr>
        <p:spPr>
          <a:xfrm>
            <a:off x="94485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5BC70B6-1DBC-12B1-B221-A598ADBFF51C}"/>
              </a:ext>
            </a:extLst>
          </p:cNvPr>
          <p:cNvCxnSpPr>
            <a:cxnSpLocks/>
          </p:cNvCxnSpPr>
          <p:nvPr/>
        </p:nvCxnSpPr>
        <p:spPr>
          <a:xfrm>
            <a:off x="103121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14C31CE-BA4B-F6D1-28D5-4D2B7FB3C3E3}"/>
              </a:ext>
            </a:extLst>
          </p:cNvPr>
          <p:cNvCxnSpPr>
            <a:cxnSpLocks/>
          </p:cNvCxnSpPr>
          <p:nvPr/>
        </p:nvCxnSpPr>
        <p:spPr>
          <a:xfrm>
            <a:off x="111566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A740F70-DCC8-CC88-DCD0-857E07853FA2}"/>
              </a:ext>
            </a:extLst>
          </p:cNvPr>
          <p:cNvCxnSpPr>
            <a:cxnSpLocks/>
          </p:cNvCxnSpPr>
          <p:nvPr/>
        </p:nvCxnSpPr>
        <p:spPr>
          <a:xfrm>
            <a:off x="2863566" y="5607050"/>
            <a:ext cx="885853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AE2BEE9-0890-F792-3B42-B57FFAC65497}"/>
              </a:ext>
            </a:extLst>
          </p:cNvPr>
          <p:cNvCxnSpPr>
            <a:cxnSpLocks/>
          </p:cNvCxnSpPr>
          <p:nvPr/>
        </p:nvCxnSpPr>
        <p:spPr>
          <a:xfrm>
            <a:off x="3523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72194D7-FAA4-AFCB-C191-03CF7F9DD488}"/>
              </a:ext>
            </a:extLst>
          </p:cNvPr>
          <p:cNvCxnSpPr>
            <a:cxnSpLocks/>
          </p:cNvCxnSpPr>
          <p:nvPr/>
        </p:nvCxnSpPr>
        <p:spPr>
          <a:xfrm>
            <a:off x="43939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A7A1779-141C-4AF9-B034-71B44FD867B8}"/>
              </a:ext>
            </a:extLst>
          </p:cNvPr>
          <p:cNvCxnSpPr>
            <a:cxnSpLocks/>
          </p:cNvCxnSpPr>
          <p:nvPr/>
        </p:nvCxnSpPr>
        <p:spPr>
          <a:xfrm>
            <a:off x="5244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FF6C455-F767-3842-A40D-89F122B19A0B}"/>
              </a:ext>
            </a:extLst>
          </p:cNvPr>
          <p:cNvCxnSpPr>
            <a:cxnSpLocks/>
          </p:cNvCxnSpPr>
          <p:nvPr/>
        </p:nvCxnSpPr>
        <p:spPr>
          <a:xfrm>
            <a:off x="6127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A844E9A-3B39-D999-590C-A60809ADB0D9}"/>
              </a:ext>
            </a:extLst>
          </p:cNvPr>
          <p:cNvCxnSpPr>
            <a:cxnSpLocks/>
          </p:cNvCxnSpPr>
          <p:nvPr/>
        </p:nvCxnSpPr>
        <p:spPr>
          <a:xfrm>
            <a:off x="6997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AFBECEF-4575-8353-4690-7D5FFEC83B2F}"/>
              </a:ext>
            </a:extLst>
          </p:cNvPr>
          <p:cNvCxnSpPr>
            <a:cxnSpLocks/>
          </p:cNvCxnSpPr>
          <p:nvPr/>
        </p:nvCxnSpPr>
        <p:spPr>
          <a:xfrm>
            <a:off x="78292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6DF98AB-B084-B903-7307-C638E3782BD5}"/>
              </a:ext>
            </a:extLst>
          </p:cNvPr>
          <p:cNvCxnSpPr>
            <a:cxnSpLocks/>
          </p:cNvCxnSpPr>
          <p:nvPr/>
        </p:nvCxnSpPr>
        <p:spPr>
          <a:xfrm>
            <a:off x="86992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EAE9D01-667D-E65B-311D-28F86CE515FA}"/>
              </a:ext>
            </a:extLst>
          </p:cNvPr>
          <p:cNvCxnSpPr>
            <a:cxnSpLocks/>
          </p:cNvCxnSpPr>
          <p:nvPr/>
        </p:nvCxnSpPr>
        <p:spPr>
          <a:xfrm>
            <a:off x="9556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7FB3BD9-E53D-4BC2-FA1A-19DCB28CE538}"/>
              </a:ext>
            </a:extLst>
          </p:cNvPr>
          <p:cNvCxnSpPr>
            <a:cxnSpLocks/>
          </p:cNvCxnSpPr>
          <p:nvPr/>
        </p:nvCxnSpPr>
        <p:spPr>
          <a:xfrm>
            <a:off x="104200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174FC0A-630D-075E-4EE2-7CA22A0535C9}"/>
              </a:ext>
            </a:extLst>
          </p:cNvPr>
          <p:cNvCxnSpPr>
            <a:cxnSpLocks/>
          </p:cNvCxnSpPr>
          <p:nvPr/>
        </p:nvCxnSpPr>
        <p:spPr>
          <a:xfrm>
            <a:off x="112646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FDF2006-F055-AA2C-0E19-C5DF7702E74D}"/>
              </a:ext>
            </a:extLst>
          </p:cNvPr>
          <p:cNvCxnSpPr>
            <a:cxnSpLocks/>
          </p:cNvCxnSpPr>
          <p:nvPr/>
        </p:nvCxnSpPr>
        <p:spPr>
          <a:xfrm>
            <a:off x="2971516" y="5607050"/>
            <a:ext cx="87505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AE4BCF4-B696-9C42-D42C-8E662DEED7D2}"/>
              </a:ext>
            </a:extLst>
          </p:cNvPr>
          <p:cNvCxnSpPr>
            <a:cxnSpLocks/>
          </p:cNvCxnSpPr>
          <p:nvPr/>
        </p:nvCxnSpPr>
        <p:spPr>
          <a:xfrm>
            <a:off x="36319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34DF544E-A49C-7762-A3CF-60BD3A3221F6}"/>
              </a:ext>
            </a:extLst>
          </p:cNvPr>
          <p:cNvCxnSpPr>
            <a:cxnSpLocks/>
          </p:cNvCxnSpPr>
          <p:nvPr/>
        </p:nvCxnSpPr>
        <p:spPr>
          <a:xfrm>
            <a:off x="45018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6AC60FF-DBC5-7BAA-0871-51B338095EA6}"/>
              </a:ext>
            </a:extLst>
          </p:cNvPr>
          <p:cNvCxnSpPr>
            <a:cxnSpLocks/>
          </p:cNvCxnSpPr>
          <p:nvPr/>
        </p:nvCxnSpPr>
        <p:spPr>
          <a:xfrm>
            <a:off x="53527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A583FC2-B80A-95E3-D8F3-F158F657F015}"/>
              </a:ext>
            </a:extLst>
          </p:cNvPr>
          <p:cNvCxnSpPr>
            <a:cxnSpLocks/>
          </p:cNvCxnSpPr>
          <p:nvPr/>
        </p:nvCxnSpPr>
        <p:spPr>
          <a:xfrm>
            <a:off x="6235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8041771-810D-A5BA-E67C-F76CBB824371}"/>
              </a:ext>
            </a:extLst>
          </p:cNvPr>
          <p:cNvCxnSpPr>
            <a:cxnSpLocks/>
          </p:cNvCxnSpPr>
          <p:nvPr/>
        </p:nvCxnSpPr>
        <p:spPr>
          <a:xfrm>
            <a:off x="71053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7E271B1-2113-6F8C-14BE-CEDE967E729A}"/>
              </a:ext>
            </a:extLst>
          </p:cNvPr>
          <p:cNvCxnSpPr>
            <a:cxnSpLocks/>
          </p:cNvCxnSpPr>
          <p:nvPr/>
        </p:nvCxnSpPr>
        <p:spPr>
          <a:xfrm>
            <a:off x="79372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9ED8DE0-504B-7A3C-0BDA-9185D6DC6BFE}"/>
              </a:ext>
            </a:extLst>
          </p:cNvPr>
          <p:cNvCxnSpPr>
            <a:cxnSpLocks/>
          </p:cNvCxnSpPr>
          <p:nvPr/>
        </p:nvCxnSpPr>
        <p:spPr>
          <a:xfrm>
            <a:off x="88071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E43D62C-388E-AD0C-AF6E-2D56F609ABAD}"/>
              </a:ext>
            </a:extLst>
          </p:cNvPr>
          <p:cNvCxnSpPr>
            <a:cxnSpLocks/>
          </p:cNvCxnSpPr>
          <p:nvPr/>
        </p:nvCxnSpPr>
        <p:spPr>
          <a:xfrm>
            <a:off x="96644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E4C9D79-5C38-6772-79B7-47E408584183}"/>
              </a:ext>
            </a:extLst>
          </p:cNvPr>
          <p:cNvCxnSpPr>
            <a:cxnSpLocks/>
          </p:cNvCxnSpPr>
          <p:nvPr/>
        </p:nvCxnSpPr>
        <p:spPr>
          <a:xfrm>
            <a:off x="10528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6A72DF0-C66F-BD35-7992-38834CD9CA62}"/>
              </a:ext>
            </a:extLst>
          </p:cNvPr>
          <p:cNvCxnSpPr>
            <a:cxnSpLocks/>
          </p:cNvCxnSpPr>
          <p:nvPr/>
        </p:nvCxnSpPr>
        <p:spPr>
          <a:xfrm>
            <a:off x="113725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9BECDE7-571A-09B2-341D-614E7FEE3C38}"/>
              </a:ext>
            </a:extLst>
          </p:cNvPr>
          <p:cNvCxnSpPr>
            <a:cxnSpLocks/>
          </p:cNvCxnSpPr>
          <p:nvPr/>
        </p:nvCxnSpPr>
        <p:spPr>
          <a:xfrm>
            <a:off x="3105150" y="5600700"/>
            <a:ext cx="86169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18E8AA9E-A202-B9A6-542A-353618F2A5AB}"/>
              </a:ext>
            </a:extLst>
          </p:cNvPr>
          <p:cNvCxnSpPr>
            <a:cxnSpLocks/>
          </p:cNvCxnSpPr>
          <p:nvPr/>
        </p:nvCxnSpPr>
        <p:spPr>
          <a:xfrm>
            <a:off x="37655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37C7A5AF-2E89-393C-A888-E0E5FF403EA5}"/>
              </a:ext>
            </a:extLst>
          </p:cNvPr>
          <p:cNvCxnSpPr>
            <a:cxnSpLocks/>
          </p:cNvCxnSpPr>
          <p:nvPr/>
        </p:nvCxnSpPr>
        <p:spPr>
          <a:xfrm>
            <a:off x="46355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2D9E7B20-B5DF-D830-AD30-62526907D23F}"/>
              </a:ext>
            </a:extLst>
          </p:cNvPr>
          <p:cNvCxnSpPr>
            <a:cxnSpLocks/>
          </p:cNvCxnSpPr>
          <p:nvPr/>
        </p:nvCxnSpPr>
        <p:spPr>
          <a:xfrm>
            <a:off x="54864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321EE1F-2AF8-08D7-1396-C10422363388}"/>
              </a:ext>
            </a:extLst>
          </p:cNvPr>
          <p:cNvCxnSpPr>
            <a:cxnSpLocks/>
          </p:cNvCxnSpPr>
          <p:nvPr/>
        </p:nvCxnSpPr>
        <p:spPr>
          <a:xfrm>
            <a:off x="63690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9D9E91C-A43B-FC2A-1BDC-E4894875317E}"/>
              </a:ext>
            </a:extLst>
          </p:cNvPr>
          <p:cNvCxnSpPr>
            <a:cxnSpLocks/>
          </p:cNvCxnSpPr>
          <p:nvPr/>
        </p:nvCxnSpPr>
        <p:spPr>
          <a:xfrm>
            <a:off x="72390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4FE66C3-9085-174A-8CC3-6E0F1E5440AF}"/>
              </a:ext>
            </a:extLst>
          </p:cNvPr>
          <p:cNvCxnSpPr>
            <a:cxnSpLocks/>
          </p:cNvCxnSpPr>
          <p:nvPr/>
        </p:nvCxnSpPr>
        <p:spPr>
          <a:xfrm>
            <a:off x="80708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0A29068-DCDE-7B25-1D1C-EE054B9E23D4}"/>
              </a:ext>
            </a:extLst>
          </p:cNvPr>
          <p:cNvCxnSpPr>
            <a:cxnSpLocks/>
          </p:cNvCxnSpPr>
          <p:nvPr/>
        </p:nvCxnSpPr>
        <p:spPr>
          <a:xfrm>
            <a:off x="89408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205DB13-1FD0-A0F8-2FDC-1685C2C5DFA2}"/>
              </a:ext>
            </a:extLst>
          </p:cNvPr>
          <p:cNvCxnSpPr>
            <a:cxnSpLocks/>
          </p:cNvCxnSpPr>
          <p:nvPr/>
        </p:nvCxnSpPr>
        <p:spPr>
          <a:xfrm>
            <a:off x="97980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649F6FA-6FF1-4B0A-81DB-2A86E0C1F83E}"/>
              </a:ext>
            </a:extLst>
          </p:cNvPr>
          <p:cNvCxnSpPr>
            <a:cxnSpLocks/>
          </p:cNvCxnSpPr>
          <p:nvPr/>
        </p:nvCxnSpPr>
        <p:spPr>
          <a:xfrm>
            <a:off x="1066165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1A6B3C0-FC95-2782-B074-419881F4C186}"/>
              </a:ext>
            </a:extLst>
          </p:cNvPr>
          <p:cNvCxnSpPr>
            <a:cxnSpLocks/>
          </p:cNvCxnSpPr>
          <p:nvPr/>
        </p:nvCxnSpPr>
        <p:spPr>
          <a:xfrm>
            <a:off x="11506200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BF2DB71-5ACB-CECF-42FF-CA8628B0BF3E}"/>
              </a:ext>
            </a:extLst>
          </p:cNvPr>
          <p:cNvCxnSpPr>
            <a:cxnSpLocks/>
          </p:cNvCxnSpPr>
          <p:nvPr/>
        </p:nvCxnSpPr>
        <p:spPr>
          <a:xfrm>
            <a:off x="3200116" y="5607050"/>
            <a:ext cx="85219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5923825D-BD1F-82E0-3022-DBBBE6167A7E}"/>
              </a:ext>
            </a:extLst>
          </p:cNvPr>
          <p:cNvCxnSpPr>
            <a:cxnSpLocks/>
          </p:cNvCxnSpPr>
          <p:nvPr/>
        </p:nvCxnSpPr>
        <p:spPr>
          <a:xfrm>
            <a:off x="38605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F434DFEF-50BC-1BB6-CCE2-8DD0569BAFC5}"/>
              </a:ext>
            </a:extLst>
          </p:cNvPr>
          <p:cNvCxnSpPr>
            <a:cxnSpLocks/>
          </p:cNvCxnSpPr>
          <p:nvPr/>
        </p:nvCxnSpPr>
        <p:spPr>
          <a:xfrm>
            <a:off x="47304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B4DE1DF-FB58-3C3C-F2E6-72E5150C1375}"/>
              </a:ext>
            </a:extLst>
          </p:cNvPr>
          <p:cNvCxnSpPr>
            <a:cxnSpLocks/>
          </p:cNvCxnSpPr>
          <p:nvPr/>
        </p:nvCxnSpPr>
        <p:spPr>
          <a:xfrm>
            <a:off x="55813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3554DD01-0DD6-E422-0D88-BCFCAF001F30}"/>
              </a:ext>
            </a:extLst>
          </p:cNvPr>
          <p:cNvCxnSpPr>
            <a:cxnSpLocks/>
          </p:cNvCxnSpPr>
          <p:nvPr/>
        </p:nvCxnSpPr>
        <p:spPr>
          <a:xfrm>
            <a:off x="6464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CB8028C-AA65-21B4-B406-3C0EC7860196}"/>
              </a:ext>
            </a:extLst>
          </p:cNvPr>
          <p:cNvCxnSpPr>
            <a:cxnSpLocks/>
          </p:cNvCxnSpPr>
          <p:nvPr/>
        </p:nvCxnSpPr>
        <p:spPr>
          <a:xfrm>
            <a:off x="73339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2339C6A-171D-3E42-1D58-56DA2F9D28BE}"/>
              </a:ext>
            </a:extLst>
          </p:cNvPr>
          <p:cNvCxnSpPr>
            <a:cxnSpLocks/>
          </p:cNvCxnSpPr>
          <p:nvPr/>
        </p:nvCxnSpPr>
        <p:spPr>
          <a:xfrm>
            <a:off x="81658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3906F4B-9E86-F660-AACB-AD1183E00A90}"/>
              </a:ext>
            </a:extLst>
          </p:cNvPr>
          <p:cNvCxnSpPr>
            <a:cxnSpLocks/>
          </p:cNvCxnSpPr>
          <p:nvPr/>
        </p:nvCxnSpPr>
        <p:spPr>
          <a:xfrm>
            <a:off x="90357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7468706-D233-D266-D682-0AC6E8D586B0}"/>
              </a:ext>
            </a:extLst>
          </p:cNvPr>
          <p:cNvCxnSpPr>
            <a:cxnSpLocks/>
          </p:cNvCxnSpPr>
          <p:nvPr/>
        </p:nvCxnSpPr>
        <p:spPr>
          <a:xfrm>
            <a:off x="98930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25CA7C8B-0399-871E-F4E5-9A7AEF255DF1}"/>
              </a:ext>
            </a:extLst>
          </p:cNvPr>
          <p:cNvCxnSpPr>
            <a:cxnSpLocks/>
          </p:cNvCxnSpPr>
          <p:nvPr/>
        </p:nvCxnSpPr>
        <p:spPr>
          <a:xfrm>
            <a:off x="1075661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172F354-7148-C2B7-4A93-25FC8B4F5FA2}"/>
              </a:ext>
            </a:extLst>
          </p:cNvPr>
          <p:cNvCxnSpPr>
            <a:cxnSpLocks/>
          </p:cNvCxnSpPr>
          <p:nvPr/>
        </p:nvCxnSpPr>
        <p:spPr>
          <a:xfrm>
            <a:off x="11601166" y="48641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9FDFD360-A123-775C-08F8-916EBF7A6A37}"/>
              </a:ext>
            </a:extLst>
          </p:cNvPr>
          <p:cNvCxnSpPr>
            <a:cxnSpLocks/>
          </p:cNvCxnSpPr>
          <p:nvPr/>
        </p:nvCxnSpPr>
        <p:spPr>
          <a:xfrm>
            <a:off x="3276316" y="5600700"/>
            <a:ext cx="844578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1EFE1217-CDC2-6750-ED8C-34AD7E8D92A0}"/>
              </a:ext>
            </a:extLst>
          </p:cNvPr>
          <p:cNvCxnSpPr>
            <a:cxnSpLocks/>
          </p:cNvCxnSpPr>
          <p:nvPr/>
        </p:nvCxnSpPr>
        <p:spPr>
          <a:xfrm>
            <a:off x="39367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69746B60-CDFD-0009-DC2F-F36397DF209A}"/>
              </a:ext>
            </a:extLst>
          </p:cNvPr>
          <p:cNvCxnSpPr>
            <a:cxnSpLocks/>
          </p:cNvCxnSpPr>
          <p:nvPr/>
        </p:nvCxnSpPr>
        <p:spPr>
          <a:xfrm>
            <a:off x="4806666" y="4867021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AB7A061A-9871-E09A-5EB2-1D07BBD80EAC}"/>
              </a:ext>
            </a:extLst>
          </p:cNvPr>
          <p:cNvCxnSpPr>
            <a:cxnSpLocks/>
          </p:cNvCxnSpPr>
          <p:nvPr/>
        </p:nvCxnSpPr>
        <p:spPr>
          <a:xfrm>
            <a:off x="56575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3BBCB3A7-9ED5-7EDB-3E12-242F382D2FEA}"/>
              </a:ext>
            </a:extLst>
          </p:cNvPr>
          <p:cNvCxnSpPr>
            <a:cxnSpLocks/>
          </p:cNvCxnSpPr>
          <p:nvPr/>
        </p:nvCxnSpPr>
        <p:spPr>
          <a:xfrm>
            <a:off x="65402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32ECD1BE-890E-1217-B544-A1CF819A4F5A}"/>
              </a:ext>
            </a:extLst>
          </p:cNvPr>
          <p:cNvCxnSpPr>
            <a:cxnSpLocks/>
          </p:cNvCxnSpPr>
          <p:nvPr/>
        </p:nvCxnSpPr>
        <p:spPr>
          <a:xfrm>
            <a:off x="74101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DE1ACE0-8F50-70C4-591A-60BFF6465AD4}"/>
              </a:ext>
            </a:extLst>
          </p:cNvPr>
          <p:cNvCxnSpPr>
            <a:cxnSpLocks/>
          </p:cNvCxnSpPr>
          <p:nvPr/>
        </p:nvCxnSpPr>
        <p:spPr>
          <a:xfrm>
            <a:off x="82420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1FBE460-4B8E-8895-0485-DA954FA69F0A}"/>
              </a:ext>
            </a:extLst>
          </p:cNvPr>
          <p:cNvCxnSpPr>
            <a:cxnSpLocks/>
          </p:cNvCxnSpPr>
          <p:nvPr/>
        </p:nvCxnSpPr>
        <p:spPr>
          <a:xfrm>
            <a:off x="91119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7D4C8B55-18B6-7C23-1387-E028E909E566}"/>
              </a:ext>
            </a:extLst>
          </p:cNvPr>
          <p:cNvCxnSpPr>
            <a:cxnSpLocks/>
          </p:cNvCxnSpPr>
          <p:nvPr/>
        </p:nvCxnSpPr>
        <p:spPr>
          <a:xfrm>
            <a:off x="99692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AF415B0-3D38-60C4-19D5-4329E9DC3FB8}"/>
              </a:ext>
            </a:extLst>
          </p:cNvPr>
          <p:cNvCxnSpPr>
            <a:cxnSpLocks/>
          </p:cNvCxnSpPr>
          <p:nvPr/>
        </p:nvCxnSpPr>
        <p:spPr>
          <a:xfrm>
            <a:off x="1083281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E746C3F-E10C-A4D9-98A0-1DE254E00622}"/>
              </a:ext>
            </a:extLst>
          </p:cNvPr>
          <p:cNvCxnSpPr>
            <a:cxnSpLocks/>
          </p:cNvCxnSpPr>
          <p:nvPr/>
        </p:nvCxnSpPr>
        <p:spPr>
          <a:xfrm>
            <a:off x="11677366" y="485775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DE5F1002-FA33-805D-8801-B75B771729BD}"/>
              </a:ext>
            </a:extLst>
          </p:cNvPr>
          <p:cNvSpPr txBox="1"/>
          <p:nvPr/>
        </p:nvSpPr>
        <p:spPr>
          <a:xfrm>
            <a:off x="818867" y="5066393"/>
            <a:ext cx="179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9600bps 16</a:t>
            </a:r>
            <a:r>
              <a:rPr lang="ko-KR" altLang="en-US" dirty="0" smtClean="0"/>
              <a:t>배</a:t>
            </a:r>
            <a:endParaRPr lang="en-US" altLang="ko-KR" dirty="0" smtClean="0"/>
          </a:p>
          <a:p>
            <a:r>
              <a:rPr lang="en-US" altLang="ko-KR" dirty="0" smtClean="0"/>
              <a:t>= 153,600bps</a:t>
            </a:r>
            <a:endParaRPr lang="ko-KR" altLang="en-US" dirty="0"/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7B14769D-4AAC-5722-097F-969C295F699E}"/>
              </a:ext>
            </a:extLst>
          </p:cNvPr>
          <p:cNvCxnSpPr>
            <a:cxnSpLocks/>
          </p:cNvCxnSpPr>
          <p:nvPr/>
        </p:nvCxnSpPr>
        <p:spPr>
          <a:xfrm>
            <a:off x="11091006" y="3784600"/>
            <a:ext cx="0" cy="74295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818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1" y="2084611"/>
            <a:ext cx="7486650" cy="440300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0277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3. </a:t>
            </a:r>
            <a:r>
              <a:rPr lang="en-US" altLang="ko-KR" b="1" dirty="0" smtClean="0"/>
              <a:t>Module(BAUD_TICK</a:t>
            </a:r>
            <a:r>
              <a:rPr lang="en-US" altLang="ko-KR" b="1" dirty="0"/>
              <a:t>)</a:t>
            </a:r>
            <a:r>
              <a:rPr lang="ko-KR" altLang="en-US" b="1" dirty="0"/>
              <a:t/>
            </a:r>
            <a:br>
              <a:rPr lang="ko-KR" altLang="en-US" b="1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565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</a:t>
            </a:r>
            <a:r>
              <a:rPr lang="en-US" altLang="ko-KR" b="1" dirty="0"/>
              <a:t>. Module(BAUD_TICK) 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06060"/>
            <a:ext cx="3258598" cy="50105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187462" y="2649415"/>
                <a:ext cx="6248400" cy="1997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dirty="0" smtClean="0"/>
                  <a:t>	        CLK : 100Mhz</a:t>
                </a:r>
              </a:p>
              <a:p>
                <a:r>
                  <a:rPr lang="en-US" altLang="ko-KR" sz="2800" dirty="0"/>
                  <a:t>	</a:t>
                </a:r>
                <a:r>
                  <a:rPr lang="en-US" altLang="ko-KR" sz="2800" dirty="0" smtClean="0"/>
                  <a:t>        FEQ : 9600 * 16 = 153,600</a:t>
                </a:r>
              </a:p>
              <a:p>
                <a:r>
                  <a:rPr lang="en-US" altLang="ko-KR" sz="2800" dirty="0"/>
                  <a:t>C</a:t>
                </a:r>
                <a:r>
                  <a:rPr lang="en-US" altLang="ko-KR" sz="2800" dirty="0" smtClean="0"/>
                  <a:t>ounter trigger : </a:t>
                </a:r>
                <a:r>
                  <a:rPr lang="en-US" altLang="ko-KR" sz="2800" dirty="0" err="1" smtClean="0"/>
                  <a:t>r_count</a:t>
                </a:r>
                <a:r>
                  <a:rPr lang="en-US" altLang="ko-KR" sz="2800" dirty="0" smtClean="0"/>
                  <a:t> ==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9600 ∗16</m:t>
                        </m:r>
                      </m:den>
                    </m:f>
                  </m:oMath>
                </a14:m>
                <a:r>
                  <a:rPr lang="ko-KR" altLang="en-US" sz="2800" dirty="0" smtClean="0"/>
                  <a:t> </a:t>
                </a:r>
                <a:r>
                  <a:rPr lang="en-US" altLang="ko-KR" sz="2800" dirty="0" smtClean="0"/>
                  <a:t>- 1)</a:t>
                </a:r>
              </a:p>
              <a:p>
                <a:r>
                  <a:rPr lang="en-US" altLang="ko-KR" sz="2800" dirty="0"/>
                  <a:t>	</a:t>
                </a:r>
                <a:r>
                  <a:rPr lang="en-US" altLang="ko-KR" sz="2800" dirty="0" smtClean="0"/>
                  <a:t>                  </a:t>
                </a:r>
                <a:r>
                  <a:rPr lang="en-US" altLang="ko-KR" sz="2800" dirty="0" err="1" smtClean="0"/>
                  <a:t>r_count</a:t>
                </a:r>
                <a:r>
                  <a:rPr lang="en-US" altLang="ko-KR" sz="2800" dirty="0" smtClean="0"/>
                  <a:t> == 650</a:t>
                </a:r>
                <a:endParaRPr lang="ko-KR" altLang="en-US" sz="2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462" y="2649415"/>
                <a:ext cx="6248400" cy="1997213"/>
              </a:xfrm>
              <a:prstGeom prst="rect">
                <a:avLst/>
              </a:prstGeom>
              <a:blipFill>
                <a:blip r:embed="rId3"/>
                <a:stretch>
                  <a:fillRect l="-2049" t="-3058" r="-780" b="-79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429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9F34-8F73-FFBB-248C-7917ED2C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56BEB-C725-63DD-421C-7058C97E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Module(BAUD_TICK) </a:t>
            </a:r>
            <a:endParaRPr lang="ko-KR" altLang="en-US" dirty="0"/>
          </a:p>
        </p:txBody>
      </p:sp>
      <p:pic>
        <p:nvPicPr>
          <p:cNvPr id="8" name="그림 7" descr="스크린샷, 멀티미디어 소프트웨어, 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69DFBA-D0BA-88F5-59C5-011047ED2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19" y="3614332"/>
            <a:ext cx="10478961" cy="15623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2B7850-69E0-E3F0-80B4-084D88B7C45B}"/>
                  </a:ext>
                </a:extLst>
              </p:cNvPr>
              <p:cNvSpPr txBox="1"/>
              <p:nvPr/>
            </p:nvSpPr>
            <p:spPr>
              <a:xfrm>
                <a:off x="1323974" y="5499225"/>
                <a:ext cx="10001250" cy="1170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ko-KR" altLang="en-US" sz="2800" b="1" dirty="0"/>
                  <a:t>출력 </a:t>
                </a:r>
                <a:r>
                  <a:rPr lang="en-US" altLang="ko-KR" sz="2800" b="1" dirty="0" err="1"/>
                  <a:t>B_tick</a:t>
                </a:r>
                <a:r>
                  <a:rPr lang="ko-KR" altLang="en-US" sz="2800" b="1" dirty="0"/>
                  <a:t>은 </a:t>
                </a:r>
                <a:r>
                  <a:rPr lang="en-US" altLang="ko-KR" sz="2800" b="1" dirty="0"/>
                  <a:t>650</a:t>
                </a:r>
                <a:r>
                  <a:rPr lang="ko-KR" altLang="en-US" sz="2800" b="1" dirty="0"/>
                  <a:t>까지 </a:t>
                </a:r>
                <a:r>
                  <a:rPr lang="ko-KR" altLang="en-US" sz="2800" b="1" dirty="0" err="1"/>
                  <a:t>카운팅</a:t>
                </a:r>
                <a:r>
                  <a:rPr lang="ko-KR" altLang="en-US" sz="2800" b="1" dirty="0"/>
                  <a:t> 후 </a:t>
                </a:r>
                <a:r>
                  <a:rPr lang="en-US" altLang="ko-KR" sz="2800" b="1" dirty="0"/>
                  <a:t>1clk</a:t>
                </a:r>
                <a:r>
                  <a:rPr lang="ko-KR" altLang="en-US" sz="2800" b="1" dirty="0"/>
                  <a:t>동안 </a:t>
                </a:r>
                <a:r>
                  <a:rPr lang="en-US" altLang="ko-KR" sz="2800" b="1" dirty="0"/>
                  <a:t>1tick</a:t>
                </a:r>
                <a:r>
                  <a:rPr lang="ko-KR" altLang="en-US" sz="2800" b="1" dirty="0"/>
                  <a:t>을 출력</a:t>
                </a:r>
                <a:endParaRPr lang="en-US" altLang="ko-KR" sz="2800" b="1" dirty="0"/>
              </a:p>
              <a:p>
                <a:pPr marL="514350" indent="-514350">
                  <a:buAutoNum type="arabicPeriod"/>
                </a:pPr>
                <a:r>
                  <a:rPr lang="ko-KR" altLang="en-US" sz="2800" b="1" dirty="0"/>
                  <a:t>주기 </a:t>
                </a:r>
                <a:r>
                  <a:rPr lang="en-US" altLang="ko-KR" sz="2800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𝟎𝟎𝟎</m:t>
                        </m:r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𝟎𝟎𝟎</m:t>
                        </m:r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𝑪𝒍𝒌</m:t>
                        </m:r>
                      </m:num>
                      <m:den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𝟗𝟔𝟎𝟎</m:t>
                        </m:r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altLang="ko-KR" sz="2800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</m:oMath>
                </a14:m>
                <a:r>
                  <a:rPr lang="en-US" altLang="ko-KR" sz="2800" b="1" dirty="0"/>
                  <a:t> = </a:t>
                </a:r>
                <a:r>
                  <a:rPr lang="en-US" altLang="ko-KR" sz="2800" b="1" dirty="0" smtClean="0"/>
                  <a:t>6.51us </a:t>
                </a:r>
                <a:endParaRPr lang="ko-KR" altLang="en-US" sz="28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2B7850-69E0-E3F0-80B4-084D88B7C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974" y="5499225"/>
                <a:ext cx="10001250" cy="1170641"/>
              </a:xfrm>
              <a:prstGeom prst="rect">
                <a:avLst/>
              </a:prstGeom>
              <a:blipFill>
                <a:blip r:embed="rId3"/>
                <a:stretch>
                  <a:fillRect l="-1097" t="-6771" b="-3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 descr="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5F3641-C986-F7EC-AEBC-BE8B2F550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119" y="1975970"/>
            <a:ext cx="10478961" cy="154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97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8A52-5529-7836-F47B-DBD93AAE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38F24B7C-C16D-7891-62D7-180C7BDB6E0B}"/>
              </a:ext>
            </a:extLst>
          </p:cNvPr>
          <p:cNvSpPr/>
          <p:nvPr/>
        </p:nvSpPr>
        <p:spPr>
          <a:xfrm>
            <a:off x="482600" y="1881995"/>
            <a:ext cx="11226800" cy="44870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09F4723-761A-2D26-C5C9-ECBA6A6E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2375469"/>
            <a:ext cx="10446034" cy="13049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A455AF-8B52-1B8B-909F-EF38DA9C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</a:t>
            </a:r>
            <a:r>
              <a:rPr lang="en-US" altLang="ko-KR" b="1" dirty="0" smtClean="0"/>
              <a:t>Module(RX) 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4A5AF53-5CE7-28AD-FFBC-94CD25FA88F3}"/>
              </a:ext>
            </a:extLst>
          </p:cNvPr>
          <p:cNvCxnSpPr/>
          <p:nvPr/>
        </p:nvCxnSpPr>
        <p:spPr>
          <a:xfrm flipV="1">
            <a:off x="26098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3BB36C9-A4CD-887A-ACAB-79395E232716}"/>
              </a:ext>
            </a:extLst>
          </p:cNvPr>
          <p:cNvCxnSpPr/>
          <p:nvPr/>
        </p:nvCxnSpPr>
        <p:spPr>
          <a:xfrm flipV="1">
            <a:off x="21145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F6F6917-F890-738C-7FD9-AFA311DAFEEE}"/>
              </a:ext>
            </a:extLst>
          </p:cNvPr>
          <p:cNvCxnSpPr>
            <a:cxnSpLocks/>
          </p:cNvCxnSpPr>
          <p:nvPr/>
        </p:nvCxnSpPr>
        <p:spPr>
          <a:xfrm>
            <a:off x="2006600" y="5219700"/>
            <a:ext cx="60325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183DF53-786C-22FA-A58D-314362749B5A}"/>
              </a:ext>
            </a:extLst>
          </p:cNvPr>
          <p:cNvSpPr txBox="1"/>
          <p:nvPr/>
        </p:nvSpPr>
        <p:spPr>
          <a:xfrm>
            <a:off x="1930400" y="5348079"/>
            <a:ext cx="755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8tick</a:t>
            </a:r>
            <a:endParaRPr lang="ko-KR" altLang="en-US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A7D97A-7C0A-B0CE-2BF9-EA7BAABD8301}"/>
              </a:ext>
            </a:extLst>
          </p:cNvPr>
          <p:cNvSpPr txBox="1"/>
          <p:nvPr/>
        </p:nvSpPr>
        <p:spPr>
          <a:xfrm>
            <a:off x="533402" y="4296330"/>
            <a:ext cx="139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153,600bps</a:t>
            </a:r>
            <a:endParaRPr lang="ko-KR" altLang="en-US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10EE72A-BDD7-A062-C126-2F137310C8EC}"/>
              </a:ext>
            </a:extLst>
          </p:cNvPr>
          <p:cNvCxnSpPr/>
          <p:nvPr/>
        </p:nvCxnSpPr>
        <p:spPr>
          <a:xfrm flipV="1">
            <a:off x="45974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C4650F8-7CAF-3F6D-3CDE-09E960056B3A}"/>
              </a:ext>
            </a:extLst>
          </p:cNvPr>
          <p:cNvCxnSpPr/>
          <p:nvPr/>
        </p:nvCxnSpPr>
        <p:spPr>
          <a:xfrm flipV="1">
            <a:off x="36195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D9B05B3-5CF9-F1A1-B0FC-F7930EDD422C}"/>
              </a:ext>
            </a:extLst>
          </p:cNvPr>
          <p:cNvCxnSpPr/>
          <p:nvPr/>
        </p:nvCxnSpPr>
        <p:spPr>
          <a:xfrm flipV="1">
            <a:off x="73533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0E43365-9FE5-8A07-BBFE-F0C221D2B5A1}"/>
              </a:ext>
            </a:extLst>
          </p:cNvPr>
          <p:cNvCxnSpPr/>
          <p:nvPr/>
        </p:nvCxnSpPr>
        <p:spPr>
          <a:xfrm flipV="1">
            <a:off x="55181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42E1092-6805-0DB8-3A3E-97AF2E58E492}"/>
              </a:ext>
            </a:extLst>
          </p:cNvPr>
          <p:cNvCxnSpPr/>
          <p:nvPr/>
        </p:nvCxnSpPr>
        <p:spPr>
          <a:xfrm flipV="1">
            <a:off x="643255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9DA8927-19A5-2BD9-3E8F-A388E303F0D7}"/>
              </a:ext>
            </a:extLst>
          </p:cNvPr>
          <p:cNvCxnSpPr/>
          <p:nvPr/>
        </p:nvCxnSpPr>
        <p:spPr>
          <a:xfrm flipV="1">
            <a:off x="8331200" y="399794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F42E447-DCC5-1B98-5E9A-DB39ECDC685B}"/>
              </a:ext>
            </a:extLst>
          </p:cNvPr>
          <p:cNvCxnSpPr/>
          <p:nvPr/>
        </p:nvCxnSpPr>
        <p:spPr>
          <a:xfrm flipV="1">
            <a:off x="9271000" y="404239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5BCACEF-1FCC-FF7F-1004-7B1B50470EB2}"/>
              </a:ext>
            </a:extLst>
          </p:cNvPr>
          <p:cNvCxnSpPr/>
          <p:nvPr/>
        </p:nvCxnSpPr>
        <p:spPr>
          <a:xfrm flipV="1">
            <a:off x="10299700" y="4042391"/>
            <a:ext cx="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BBAA914-CFB4-F24B-5411-8005CD68DB4C}"/>
              </a:ext>
            </a:extLst>
          </p:cNvPr>
          <p:cNvCxnSpPr>
            <a:cxnSpLocks/>
          </p:cNvCxnSpPr>
          <p:nvPr/>
        </p:nvCxnSpPr>
        <p:spPr>
          <a:xfrm>
            <a:off x="2609850" y="5229225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7DFEF32-8004-C930-5AF9-3E61F6732644}"/>
              </a:ext>
            </a:extLst>
          </p:cNvPr>
          <p:cNvSpPr txBox="1"/>
          <p:nvPr/>
        </p:nvSpPr>
        <p:spPr>
          <a:xfrm>
            <a:off x="2730500" y="5357604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3098D14-BA71-0272-46D3-486CAE0CBA48}"/>
              </a:ext>
            </a:extLst>
          </p:cNvPr>
          <p:cNvCxnSpPr>
            <a:cxnSpLocks/>
          </p:cNvCxnSpPr>
          <p:nvPr/>
        </p:nvCxnSpPr>
        <p:spPr>
          <a:xfrm>
            <a:off x="3562350" y="5229225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23ECC71-A5B4-32DF-1162-F6C5B5DA475F}"/>
              </a:ext>
            </a:extLst>
          </p:cNvPr>
          <p:cNvCxnSpPr>
            <a:cxnSpLocks/>
          </p:cNvCxnSpPr>
          <p:nvPr/>
        </p:nvCxnSpPr>
        <p:spPr>
          <a:xfrm>
            <a:off x="4514850" y="5229225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74C36F6C-120B-356B-18F4-D9CD54BC315F}"/>
              </a:ext>
            </a:extLst>
          </p:cNvPr>
          <p:cNvCxnSpPr>
            <a:cxnSpLocks/>
          </p:cNvCxnSpPr>
          <p:nvPr/>
        </p:nvCxnSpPr>
        <p:spPr>
          <a:xfrm>
            <a:off x="546735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7E450B5A-B604-F616-1FBD-161026EA1C82}"/>
              </a:ext>
            </a:extLst>
          </p:cNvPr>
          <p:cNvCxnSpPr>
            <a:cxnSpLocks/>
          </p:cNvCxnSpPr>
          <p:nvPr/>
        </p:nvCxnSpPr>
        <p:spPr>
          <a:xfrm>
            <a:off x="643255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80CA361-2F64-CA1D-161F-71DD86B391C1}"/>
              </a:ext>
            </a:extLst>
          </p:cNvPr>
          <p:cNvCxnSpPr>
            <a:cxnSpLocks/>
          </p:cNvCxnSpPr>
          <p:nvPr/>
        </p:nvCxnSpPr>
        <p:spPr>
          <a:xfrm>
            <a:off x="737870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0334AAE-5423-243E-1ED7-A019162B5974}"/>
              </a:ext>
            </a:extLst>
          </p:cNvPr>
          <p:cNvCxnSpPr>
            <a:cxnSpLocks/>
          </p:cNvCxnSpPr>
          <p:nvPr/>
        </p:nvCxnSpPr>
        <p:spPr>
          <a:xfrm>
            <a:off x="928370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3FCE3ECD-1E26-344B-630F-FFD6F7F4D119}"/>
              </a:ext>
            </a:extLst>
          </p:cNvPr>
          <p:cNvCxnSpPr>
            <a:cxnSpLocks/>
          </p:cNvCxnSpPr>
          <p:nvPr/>
        </p:nvCxnSpPr>
        <p:spPr>
          <a:xfrm>
            <a:off x="8331200" y="5238750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F0B0B4D6-DECE-6849-1265-712B753C1A25}"/>
              </a:ext>
            </a:extLst>
          </p:cNvPr>
          <p:cNvSpPr txBox="1"/>
          <p:nvPr/>
        </p:nvSpPr>
        <p:spPr>
          <a:xfrm>
            <a:off x="3644900" y="5367641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BE1BD6-C383-2BA1-CA2A-EDA44DC0DA4C}"/>
              </a:ext>
            </a:extLst>
          </p:cNvPr>
          <p:cNvSpPr txBox="1"/>
          <p:nvPr/>
        </p:nvSpPr>
        <p:spPr>
          <a:xfrm>
            <a:off x="4565650" y="536579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EDFCAE-3876-6C3B-6934-4ED33A11D908}"/>
              </a:ext>
            </a:extLst>
          </p:cNvPr>
          <p:cNvSpPr txBox="1"/>
          <p:nvPr/>
        </p:nvSpPr>
        <p:spPr>
          <a:xfrm>
            <a:off x="5556250" y="536579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EE5E51D-E439-5722-048D-3396E6486698}"/>
              </a:ext>
            </a:extLst>
          </p:cNvPr>
          <p:cNvSpPr txBox="1"/>
          <p:nvPr/>
        </p:nvSpPr>
        <p:spPr>
          <a:xfrm>
            <a:off x="6483350" y="5372685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1B5729-2969-02F0-D1A0-B4AD64D455BE}"/>
              </a:ext>
            </a:extLst>
          </p:cNvPr>
          <p:cNvSpPr txBox="1"/>
          <p:nvPr/>
        </p:nvSpPr>
        <p:spPr>
          <a:xfrm>
            <a:off x="7435850" y="537957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C98823D-53FC-59C0-54E5-AD137D86908B}"/>
              </a:ext>
            </a:extLst>
          </p:cNvPr>
          <p:cNvSpPr txBox="1"/>
          <p:nvPr/>
        </p:nvSpPr>
        <p:spPr>
          <a:xfrm>
            <a:off x="9321800" y="537957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19244E0-918C-3E47-F47A-43C29D34B20B}"/>
              </a:ext>
            </a:extLst>
          </p:cNvPr>
          <p:cNvSpPr txBox="1"/>
          <p:nvPr/>
        </p:nvSpPr>
        <p:spPr>
          <a:xfrm>
            <a:off x="8369300" y="536579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162219-0ABF-0A05-B3F2-A3AA56948C1C}"/>
              </a:ext>
            </a:extLst>
          </p:cNvPr>
          <p:cNvSpPr txBox="1"/>
          <p:nvPr/>
        </p:nvSpPr>
        <p:spPr>
          <a:xfrm>
            <a:off x="2114550" y="3626744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START</a:t>
            </a:r>
            <a:endParaRPr lang="ko-KR" altLang="en-US" sz="16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225CF5C-D4C4-33B3-6CA4-F2DB543E7B37}"/>
              </a:ext>
            </a:extLst>
          </p:cNvPr>
          <p:cNvSpPr txBox="1"/>
          <p:nvPr/>
        </p:nvSpPr>
        <p:spPr>
          <a:xfrm>
            <a:off x="3114675" y="3613042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DATA[0]</a:t>
            </a:r>
            <a:endParaRPr lang="ko-KR" altLang="en-US" sz="16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8F7B39-85C8-AC3D-07C7-30A6E17A6588}"/>
              </a:ext>
            </a:extLst>
          </p:cNvPr>
          <p:cNvSpPr txBox="1"/>
          <p:nvPr/>
        </p:nvSpPr>
        <p:spPr>
          <a:xfrm>
            <a:off x="4051300" y="3614938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DATA[1]</a:t>
            </a:r>
            <a:endParaRPr lang="ko-KR" altLang="en-US" sz="16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441EA83-76C2-9934-99B1-0000AC42AF28}"/>
              </a:ext>
            </a:extLst>
          </p:cNvPr>
          <p:cNvSpPr txBox="1"/>
          <p:nvPr/>
        </p:nvSpPr>
        <p:spPr>
          <a:xfrm>
            <a:off x="5010150" y="3619700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DATA[2]</a:t>
            </a:r>
            <a:endParaRPr lang="ko-KR" altLang="en-US" sz="16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14E004D-0F22-74F0-1755-BE656E04034C}"/>
              </a:ext>
            </a:extLst>
          </p:cNvPr>
          <p:cNvSpPr txBox="1"/>
          <p:nvPr/>
        </p:nvSpPr>
        <p:spPr>
          <a:xfrm>
            <a:off x="5969000" y="3619700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DATA[3]</a:t>
            </a:r>
            <a:endParaRPr lang="ko-KR" altLang="en-US" sz="1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C1FA875-2C38-6308-F571-9E184E543FC5}"/>
              </a:ext>
            </a:extLst>
          </p:cNvPr>
          <p:cNvSpPr txBox="1"/>
          <p:nvPr/>
        </p:nvSpPr>
        <p:spPr>
          <a:xfrm>
            <a:off x="6902450" y="3632763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DATA[4]</a:t>
            </a:r>
            <a:endParaRPr lang="ko-KR" altLang="en-US" sz="16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71CA7A1-B601-1957-5633-78B0D7C8AD9E}"/>
              </a:ext>
            </a:extLst>
          </p:cNvPr>
          <p:cNvSpPr txBox="1"/>
          <p:nvPr/>
        </p:nvSpPr>
        <p:spPr>
          <a:xfrm>
            <a:off x="7829550" y="3634990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DATA[5]</a:t>
            </a:r>
            <a:endParaRPr lang="ko-KR" altLang="en-US" sz="16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7674DE-C61C-222A-6884-E92B827AFDDA}"/>
              </a:ext>
            </a:extLst>
          </p:cNvPr>
          <p:cNvSpPr txBox="1"/>
          <p:nvPr/>
        </p:nvSpPr>
        <p:spPr>
          <a:xfrm>
            <a:off x="8788400" y="3613659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DATA[6]</a:t>
            </a:r>
            <a:endParaRPr lang="ko-KR" altLang="en-US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2B641A-2839-E5F6-0A05-1F7B5B446022}"/>
              </a:ext>
            </a:extLst>
          </p:cNvPr>
          <p:cNvSpPr txBox="1"/>
          <p:nvPr/>
        </p:nvSpPr>
        <p:spPr>
          <a:xfrm>
            <a:off x="9759950" y="3626744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DATA[7]</a:t>
            </a:r>
            <a:endParaRPr lang="ko-KR" altLang="en-US" sz="1600" dirty="0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0DC1F731-D908-45B2-CFD6-DC6BEA98D2A1}"/>
              </a:ext>
            </a:extLst>
          </p:cNvPr>
          <p:cNvCxnSpPr>
            <a:cxnSpLocks/>
          </p:cNvCxnSpPr>
          <p:nvPr/>
        </p:nvCxnSpPr>
        <p:spPr>
          <a:xfrm>
            <a:off x="2162175" y="2426638"/>
            <a:ext cx="952500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AD53F4E-52B2-493C-B7FE-F109557EF473}"/>
              </a:ext>
            </a:extLst>
          </p:cNvPr>
          <p:cNvSpPr txBox="1"/>
          <p:nvPr/>
        </p:nvSpPr>
        <p:spPr>
          <a:xfrm>
            <a:off x="2308225" y="20717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16tick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15562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8A52-5529-7836-F47B-DBD93AAE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815" y="1828809"/>
            <a:ext cx="9788769" cy="48367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A455AF-8B52-1B8B-909F-EF38DA9C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Module(RX)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885604" y="808064"/>
            <a:ext cx="3130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b_tick</a:t>
            </a:r>
            <a:r>
              <a:rPr lang="en-US" altLang="ko-KR" b="1" dirty="0" smtClean="0"/>
              <a:t> 	  : baud tick</a:t>
            </a:r>
          </a:p>
          <a:p>
            <a:r>
              <a:rPr lang="en-US" altLang="ko-KR" b="1" dirty="0" err="1" smtClean="0"/>
              <a:t>b_tick_cnt</a:t>
            </a:r>
            <a:r>
              <a:rPr lang="en-US" altLang="ko-KR" b="1" dirty="0" smtClean="0"/>
              <a:t> : baud Tick counter</a:t>
            </a:r>
          </a:p>
          <a:p>
            <a:r>
              <a:rPr lang="en-US" altLang="ko-KR" b="1" dirty="0" err="1" smtClean="0"/>
              <a:t>bit_cnt</a:t>
            </a:r>
            <a:r>
              <a:rPr lang="en-US" altLang="ko-KR" b="1" dirty="0" smtClean="0"/>
              <a:t>       : Read RX data bit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54243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186C-6C1D-E15E-15E8-5D7C3573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0AE46-8864-CE60-6B4E-14D5BEA7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Module(RX) </a:t>
            </a:r>
            <a:endParaRPr lang="ko-KR" altLang="en-US" dirty="0"/>
          </a:p>
        </p:txBody>
      </p:sp>
      <p:pic>
        <p:nvPicPr>
          <p:cNvPr id="5" name="그림 4" descr="스크린샷, 라인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F3FB3-49C8-F1DE-B768-824712C5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782"/>
            <a:ext cx="12192000" cy="3155268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183AE8E-84A5-49B1-9CBE-CC1A9F337922}"/>
              </a:ext>
            </a:extLst>
          </p:cNvPr>
          <p:cNvCxnSpPr/>
          <p:nvPr/>
        </p:nvCxnSpPr>
        <p:spPr>
          <a:xfrm flipV="1">
            <a:off x="2673350" y="5099050"/>
            <a:ext cx="0" cy="12128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0D7FF1D-D573-9ECE-C710-1367123BBE66}"/>
              </a:ext>
            </a:extLst>
          </p:cNvPr>
          <p:cNvCxnSpPr/>
          <p:nvPr/>
        </p:nvCxnSpPr>
        <p:spPr>
          <a:xfrm flipV="1">
            <a:off x="4419600" y="5099050"/>
            <a:ext cx="0" cy="12128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D6FEB54-30CE-179C-1487-BF2A787578E6}"/>
              </a:ext>
            </a:extLst>
          </p:cNvPr>
          <p:cNvCxnSpPr/>
          <p:nvPr/>
        </p:nvCxnSpPr>
        <p:spPr>
          <a:xfrm flipV="1">
            <a:off x="7931150" y="5099050"/>
            <a:ext cx="0" cy="12128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A07479D-5C52-7437-198E-BC47D2588AAF}"/>
              </a:ext>
            </a:extLst>
          </p:cNvPr>
          <p:cNvCxnSpPr/>
          <p:nvPr/>
        </p:nvCxnSpPr>
        <p:spPr>
          <a:xfrm flipV="1">
            <a:off x="11436350" y="5099050"/>
            <a:ext cx="0" cy="12128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598710-2CB2-67E1-5890-01791E983A19}"/>
              </a:ext>
            </a:extLst>
          </p:cNvPr>
          <p:cNvSpPr txBox="1"/>
          <p:nvPr/>
        </p:nvSpPr>
        <p:spPr>
          <a:xfrm>
            <a:off x="3062288" y="5123318"/>
            <a:ext cx="968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8tick</a:t>
            </a:r>
            <a:endParaRPr lang="ko-KR" alt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3EA2E-C67C-832B-0D1E-5902698DD492}"/>
              </a:ext>
            </a:extLst>
          </p:cNvPr>
          <p:cNvSpPr txBox="1"/>
          <p:nvPr/>
        </p:nvSpPr>
        <p:spPr>
          <a:xfrm>
            <a:off x="5610223" y="5123318"/>
            <a:ext cx="1260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16tick</a:t>
            </a:r>
            <a:endParaRPr lang="ko-KR" altLang="en-US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D178D-AB8D-A0E8-9523-DE81CF25D71C}"/>
              </a:ext>
            </a:extLst>
          </p:cNvPr>
          <p:cNvSpPr txBox="1"/>
          <p:nvPr/>
        </p:nvSpPr>
        <p:spPr>
          <a:xfrm>
            <a:off x="9053512" y="5123318"/>
            <a:ext cx="1260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16tick</a:t>
            </a:r>
            <a:endParaRPr lang="ko-KR" altLang="en-US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E3AE73-32BD-1356-975C-8D7515FEA0DF}"/>
              </a:ext>
            </a:extLst>
          </p:cNvPr>
          <p:cNvSpPr txBox="1"/>
          <p:nvPr/>
        </p:nvSpPr>
        <p:spPr>
          <a:xfrm>
            <a:off x="2668590" y="6242050"/>
            <a:ext cx="1757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START BIT</a:t>
            </a:r>
            <a:endParaRPr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3D9240-4B30-CE00-8486-9AF86F6A56F6}"/>
              </a:ext>
            </a:extLst>
          </p:cNvPr>
          <p:cNvSpPr txBox="1"/>
          <p:nvPr/>
        </p:nvSpPr>
        <p:spPr>
          <a:xfrm>
            <a:off x="5308601" y="6203950"/>
            <a:ext cx="1757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DATA0 BIT</a:t>
            </a:r>
            <a:endParaRPr lang="ko-KR" altLang="en-US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01A925-5FBA-3FA6-DBED-BEE9986859CD}"/>
              </a:ext>
            </a:extLst>
          </p:cNvPr>
          <p:cNvSpPr txBox="1"/>
          <p:nvPr/>
        </p:nvSpPr>
        <p:spPr>
          <a:xfrm>
            <a:off x="8796339" y="6172200"/>
            <a:ext cx="1757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DATA1 BIT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07531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B3DE-31C0-1BE8-8708-786FE59D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D80AA-BB30-8752-4859-274C3B5F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Module(RX) 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3389C-DC3E-0D55-8237-952F0F427E93}"/>
              </a:ext>
            </a:extLst>
          </p:cNvPr>
          <p:cNvSpPr txBox="1"/>
          <p:nvPr/>
        </p:nvSpPr>
        <p:spPr>
          <a:xfrm>
            <a:off x="920750" y="5152130"/>
            <a:ext cx="11042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Buf_reg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최상의 </a:t>
            </a:r>
            <a:r>
              <a:rPr lang="en-US" altLang="ko-KR" sz="2400" b="1" dirty="0"/>
              <a:t>bit</a:t>
            </a:r>
            <a:r>
              <a:rPr lang="ko-KR" altLang="en-US" sz="2400" b="1" dirty="0"/>
              <a:t>에 </a:t>
            </a:r>
            <a:r>
              <a:rPr lang="en-US" altLang="ko-KR" sz="2400" b="1" dirty="0"/>
              <a:t>data</a:t>
            </a:r>
            <a:r>
              <a:rPr lang="ko-KR" altLang="en-US" sz="2400" b="1" dirty="0"/>
              <a:t>가 채워지고 </a:t>
            </a:r>
            <a:r>
              <a:rPr lang="en-US" altLang="ko-KR" sz="2400" b="1" dirty="0"/>
              <a:t>right shift</a:t>
            </a:r>
            <a:r>
              <a:rPr lang="ko-KR" altLang="en-US" sz="2400" b="1" dirty="0"/>
              <a:t>를 진행하는 것을 확인 할 수 있음</a:t>
            </a:r>
            <a:endParaRPr lang="en-US" altLang="ko-KR" sz="2400" b="1" dirty="0"/>
          </a:p>
          <a:p>
            <a:endParaRPr lang="en-US" altLang="ko-KR" sz="2400" b="1" dirty="0"/>
          </a:p>
          <a:p>
            <a:r>
              <a:rPr lang="en-US" altLang="ko-KR" sz="2400" b="1" dirty="0" err="1"/>
              <a:t>rx_data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최종적으로 </a:t>
            </a:r>
            <a:r>
              <a:rPr lang="en-US" altLang="ko-KR" sz="2400" b="1" dirty="0"/>
              <a:t>8’h52</a:t>
            </a:r>
            <a:r>
              <a:rPr lang="ko-KR" altLang="en-US" sz="2400" b="1" dirty="0"/>
              <a:t>를 도출 </a:t>
            </a:r>
            <a:endParaRPr lang="en-US" altLang="ko-KR" sz="2400" b="1" dirty="0"/>
          </a:p>
        </p:txBody>
      </p:sp>
      <p:pic>
        <p:nvPicPr>
          <p:cNvPr id="22" name="그림 21" descr="스크린샷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D588BB-C1E1-879D-5045-36A283B98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5075"/>
            <a:ext cx="12192000" cy="29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29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BB84-85AE-4779-512D-BC5B2426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0D13D-017B-A0A7-9DCC-8C9E63EA1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Module(RX) 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C57CC-F0F4-E463-2E3D-9B87E654F3F3}"/>
              </a:ext>
            </a:extLst>
          </p:cNvPr>
          <p:cNvSpPr txBox="1"/>
          <p:nvPr/>
        </p:nvSpPr>
        <p:spPr>
          <a:xfrm>
            <a:off x="939800" y="4955280"/>
            <a:ext cx="1104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Rx_done</a:t>
            </a:r>
            <a:r>
              <a:rPr lang="en-US" altLang="ko-KR" sz="2400" b="1" dirty="0"/>
              <a:t>: 8’h52</a:t>
            </a:r>
            <a:r>
              <a:rPr lang="ko-KR" altLang="en-US" sz="2400" b="1" dirty="0" err="1"/>
              <a:t>일때</a:t>
            </a:r>
            <a:r>
              <a:rPr lang="ko-KR" altLang="en-US" sz="2400" b="1" dirty="0"/>
              <a:t> </a:t>
            </a:r>
            <a:r>
              <a:rPr lang="en-US" altLang="ko-KR" sz="2400" b="1" dirty="0" err="1"/>
              <a:t>rx_done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1clk</a:t>
            </a:r>
            <a:r>
              <a:rPr lang="ko-KR" altLang="en-US" sz="2400" b="1" dirty="0"/>
              <a:t>동안 출력</a:t>
            </a:r>
            <a:endParaRPr lang="en-US" altLang="ko-KR" sz="2400" b="1" dirty="0"/>
          </a:p>
        </p:txBody>
      </p:sp>
      <p:pic>
        <p:nvPicPr>
          <p:cNvPr id="7" name="그림 6" descr="스크린샷, 다채로움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6E0333-00E8-7327-A5C5-D5160BB0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0948"/>
            <a:ext cx="12192000" cy="277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34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BB84-85AE-4779-512D-BC5B2426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0D13D-017B-A0A7-9DCC-8C9E63EA1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Module(RX) 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C57CC-F0F4-E463-2E3D-9B87E654F3F3}"/>
              </a:ext>
            </a:extLst>
          </p:cNvPr>
          <p:cNvSpPr txBox="1"/>
          <p:nvPr/>
        </p:nvSpPr>
        <p:spPr>
          <a:xfrm>
            <a:off x="939800" y="4955280"/>
            <a:ext cx="1104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Rx_done</a:t>
            </a:r>
            <a:r>
              <a:rPr lang="en-US" altLang="ko-KR" sz="2400" b="1" dirty="0"/>
              <a:t>: 8’h52</a:t>
            </a:r>
            <a:r>
              <a:rPr lang="ko-KR" altLang="en-US" sz="2400" b="1" dirty="0" err="1"/>
              <a:t>일때</a:t>
            </a:r>
            <a:r>
              <a:rPr lang="ko-KR" altLang="en-US" sz="2400" b="1" dirty="0"/>
              <a:t> </a:t>
            </a:r>
            <a:r>
              <a:rPr lang="en-US" altLang="ko-KR" sz="2400" b="1" dirty="0" err="1"/>
              <a:t>rx_done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1clk</a:t>
            </a:r>
            <a:r>
              <a:rPr lang="ko-KR" altLang="en-US" sz="2400" b="1" dirty="0"/>
              <a:t>동안 출력</a:t>
            </a:r>
            <a:endParaRPr lang="en-US" altLang="ko-KR" sz="2400" b="1" dirty="0"/>
          </a:p>
        </p:txBody>
      </p:sp>
      <p:pic>
        <p:nvPicPr>
          <p:cNvPr id="7" name="그림 6" descr="스크린샷, 다채로움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6E0333-00E8-7327-A5C5-D5160BB0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0948"/>
            <a:ext cx="12192000" cy="277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18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</a:t>
            </a:r>
            <a:r>
              <a:rPr lang="en-US" altLang="ko-KR" b="1" dirty="0" smtClean="0"/>
              <a:t>Module(TX</a:t>
            </a:r>
            <a:r>
              <a:rPr lang="en-US" altLang="ko-KR" b="1" dirty="0"/>
              <a:t>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6224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b="1" dirty="0"/>
              <a:t>3. </a:t>
            </a:r>
            <a:r>
              <a:rPr lang="en-US" altLang="ko-KR" b="1" dirty="0" smtClean="0"/>
              <a:t>Module(TX</a:t>
            </a:r>
            <a:r>
              <a:rPr lang="en-US" altLang="ko-KR" b="1" dirty="0"/>
              <a:t>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7343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451EB-E55D-4F2C-325F-F2AD487E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952C0-C6E0-1B3A-5655-7FECF644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1ACEC-9F6A-5296-2960-44635B0B59D6}"/>
              </a:ext>
            </a:extLst>
          </p:cNvPr>
          <p:cNvSpPr txBox="1"/>
          <p:nvPr/>
        </p:nvSpPr>
        <p:spPr>
          <a:xfrm>
            <a:off x="1935596" y="2433290"/>
            <a:ext cx="8643504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4400" b="1" dirty="0"/>
              <a:t>BAUD_TICK module</a:t>
            </a:r>
          </a:p>
          <a:p>
            <a:pPr marL="342900" indent="-342900">
              <a:buFontTx/>
              <a:buAutoNum type="arabicPeriod"/>
            </a:pPr>
            <a:r>
              <a:rPr lang="en-US" altLang="ko-KR" sz="4400" b="1" dirty="0"/>
              <a:t>RX module &amp; Decoder</a:t>
            </a:r>
          </a:p>
          <a:p>
            <a:pPr marL="342900" indent="-342900">
              <a:buAutoNum type="arabicPeriod"/>
            </a:pPr>
            <a:r>
              <a:rPr lang="en-US" altLang="ko-KR" sz="4400" b="1" dirty="0" err="1"/>
              <a:t>Uart</a:t>
            </a:r>
            <a:r>
              <a:rPr lang="en-US" altLang="ko-KR" sz="4400" b="1" dirty="0"/>
              <a:t> </a:t>
            </a:r>
            <a:r>
              <a:rPr lang="ko-KR" altLang="en-US" sz="4400" b="1" dirty="0"/>
              <a:t>통신에 따른 전체적인 동작</a:t>
            </a:r>
            <a:endParaRPr lang="en-US" altLang="ko-KR" sz="4400" b="1" dirty="0"/>
          </a:p>
        </p:txBody>
      </p:sp>
    </p:spTree>
    <p:extLst>
      <p:ext uri="{BB962C8B-B14F-4D97-AF65-F5344CB8AC3E}">
        <p14:creationId xmlns:p14="http://schemas.microsoft.com/office/powerpoint/2010/main" val="733780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1CD1F-2429-21D5-CB44-32964ACB9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AB90C-CCA4-B627-B34A-85BDC4C8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F7D63-B24B-0BF0-E760-4F44692EEF7D}"/>
              </a:ext>
            </a:extLst>
          </p:cNvPr>
          <p:cNvSpPr txBox="1"/>
          <p:nvPr/>
        </p:nvSpPr>
        <p:spPr>
          <a:xfrm>
            <a:off x="1854200" y="1358775"/>
            <a:ext cx="2324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Decoder</a:t>
            </a:r>
            <a:endParaRPr lang="ko-KR" altLang="en-US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257C83-9DA6-C5D3-D0D9-A19474D8CE48}"/>
              </a:ext>
            </a:extLst>
          </p:cNvPr>
          <p:cNvSpPr txBox="1"/>
          <p:nvPr/>
        </p:nvSpPr>
        <p:spPr>
          <a:xfrm>
            <a:off x="946150" y="5268392"/>
            <a:ext cx="1104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o_run_stop</a:t>
            </a:r>
            <a:r>
              <a:rPr lang="en-US" altLang="ko-KR" sz="2400" b="1" dirty="0"/>
              <a:t> : </a:t>
            </a:r>
            <a:r>
              <a:rPr lang="en-US" altLang="ko-KR" sz="2400" b="1" dirty="0" err="1"/>
              <a:t>i_rx_data</a:t>
            </a:r>
            <a:r>
              <a:rPr lang="ko-KR" altLang="en-US" sz="2400" b="1" dirty="0"/>
              <a:t>가 </a:t>
            </a:r>
            <a:r>
              <a:rPr lang="en-US" altLang="ko-KR" sz="2400" b="1" dirty="0"/>
              <a:t>8’h52 </a:t>
            </a:r>
            <a:r>
              <a:rPr lang="ko-KR" altLang="en-US" sz="2400" b="1" dirty="0"/>
              <a:t>이고 </a:t>
            </a:r>
            <a:r>
              <a:rPr lang="en-US" altLang="ko-KR" sz="2400" b="1" dirty="0" err="1"/>
              <a:t>i_rx_done</a:t>
            </a:r>
            <a:r>
              <a:rPr lang="ko-KR" altLang="en-US" sz="2400" b="1" dirty="0"/>
              <a:t>이 </a:t>
            </a:r>
            <a:r>
              <a:rPr lang="en-US" altLang="ko-KR" sz="2400" b="1" dirty="0"/>
              <a:t>1</a:t>
            </a:r>
            <a:r>
              <a:rPr lang="ko-KR" altLang="en-US" sz="2400" b="1" dirty="0" err="1"/>
              <a:t>일때</a:t>
            </a:r>
            <a:r>
              <a:rPr lang="en-US" altLang="ko-KR" sz="2400" b="1" dirty="0"/>
              <a:t>, 1</a:t>
            </a:r>
            <a:r>
              <a:rPr lang="ko-KR" altLang="en-US" sz="2400" b="1" dirty="0"/>
              <a:t>을 출력</a:t>
            </a:r>
            <a:endParaRPr lang="en-US" altLang="ko-KR" sz="2400" b="1" dirty="0"/>
          </a:p>
        </p:txBody>
      </p:sp>
      <p:pic>
        <p:nvPicPr>
          <p:cNvPr id="5" name="그림 4" descr="스크린샷, 멀티미디어 소프트웨어, 라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BB4567-7BD7-AE47-FF88-222FD67A3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6" y="1844686"/>
            <a:ext cx="10922474" cy="31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31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4F20F-D4FB-C7B2-E4C1-59EA4868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E96CD-6C6D-571D-0D0C-7054D300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98DFC-E897-8648-AC36-49E6375DA7B8}"/>
              </a:ext>
            </a:extLst>
          </p:cNvPr>
          <p:cNvSpPr txBox="1"/>
          <p:nvPr/>
        </p:nvSpPr>
        <p:spPr>
          <a:xfrm>
            <a:off x="1854200" y="1358775"/>
            <a:ext cx="535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</a:t>
            </a:r>
            <a:r>
              <a:rPr lang="en-US" altLang="ko-KR" sz="2800" b="1" dirty="0" err="1"/>
              <a:t>Uart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통신에 따른 전체적인 동작</a:t>
            </a:r>
            <a:endParaRPr lang="en-US" altLang="ko-KR" sz="2800" b="1" dirty="0"/>
          </a:p>
          <a:p>
            <a:endParaRPr lang="ko-KR" altLang="en-US" sz="2800" b="1" dirty="0"/>
          </a:p>
        </p:txBody>
      </p:sp>
      <p:pic>
        <p:nvPicPr>
          <p:cNvPr id="10" name="그림 9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A517AE-7E0B-36E8-4231-D3622EC72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34" y="1978031"/>
            <a:ext cx="10213771" cy="1590897"/>
          </a:xfrm>
          <a:prstGeom prst="rect">
            <a:avLst/>
          </a:prstGeom>
        </p:spPr>
      </p:pic>
      <p:pic>
        <p:nvPicPr>
          <p:cNvPr id="12" name="그림 11" descr="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897F92-4D9F-BBDE-DDE4-D8D7511D3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35" y="3903778"/>
            <a:ext cx="10213770" cy="226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71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35F09-F661-69BA-9B89-B3845BD0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B1E1D-D80F-D1F5-C641-1E8B684D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9379"/>
            <a:ext cx="12192000" cy="33428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FE3C51-27DF-5912-8817-342388DF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BB1AE-6396-AAC0-0546-6F5ED305D297}"/>
              </a:ext>
            </a:extLst>
          </p:cNvPr>
          <p:cNvSpPr txBox="1"/>
          <p:nvPr/>
        </p:nvSpPr>
        <p:spPr>
          <a:xfrm>
            <a:off x="1854200" y="1358775"/>
            <a:ext cx="535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</a:t>
            </a:r>
            <a:r>
              <a:rPr lang="en-US" altLang="ko-KR" sz="2800" b="1" dirty="0" err="1"/>
              <a:t>Uart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통신에 따른 전체적인 동작</a:t>
            </a:r>
            <a:endParaRPr lang="en-US" altLang="ko-KR" sz="2800" b="1" dirty="0"/>
          </a:p>
          <a:p>
            <a:endParaRPr lang="ko-KR" altLang="en-US" sz="2800" b="1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7B079AF-19E6-E0FB-2139-9D3FEAFB5148}"/>
              </a:ext>
            </a:extLst>
          </p:cNvPr>
          <p:cNvCxnSpPr>
            <a:cxnSpLocks/>
          </p:cNvCxnSpPr>
          <p:nvPr/>
        </p:nvCxnSpPr>
        <p:spPr>
          <a:xfrm>
            <a:off x="2561107" y="2839268"/>
            <a:ext cx="0" cy="4443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6C57F83-B447-6F5E-1335-7AA8CCB10198}"/>
              </a:ext>
            </a:extLst>
          </p:cNvPr>
          <p:cNvCxnSpPr/>
          <p:nvPr/>
        </p:nvCxnSpPr>
        <p:spPr>
          <a:xfrm>
            <a:off x="10600207" y="2921818"/>
            <a:ext cx="0" cy="4443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EDF70E-989D-0F4B-8E7F-CED51E0371FE}"/>
              </a:ext>
            </a:extLst>
          </p:cNvPr>
          <p:cNvSpPr txBox="1"/>
          <p:nvPr/>
        </p:nvSpPr>
        <p:spPr>
          <a:xfrm>
            <a:off x="1797049" y="2182200"/>
            <a:ext cx="165735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URAT  = R</a:t>
            </a:r>
            <a:endParaRPr lang="ko-KR" alt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0E0DB9-EB23-5AF4-7F9E-F97B155BF0C3}"/>
              </a:ext>
            </a:extLst>
          </p:cNvPr>
          <p:cNvSpPr txBox="1"/>
          <p:nvPr/>
        </p:nvSpPr>
        <p:spPr>
          <a:xfrm>
            <a:off x="9669933" y="2090769"/>
            <a:ext cx="186054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URAT  = D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3671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8FC8-5871-6B5E-7AC0-AD3BFFCC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40E8B0-EB18-2BDF-7A1B-113254432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7650"/>
            <a:ext cx="12192000" cy="32956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BDF3B5F-0E24-CE1B-54A5-980C5538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11D5EC-1C25-A141-EDF7-C43B4CEAC598}"/>
              </a:ext>
            </a:extLst>
          </p:cNvPr>
          <p:cNvSpPr txBox="1"/>
          <p:nvPr/>
        </p:nvSpPr>
        <p:spPr>
          <a:xfrm>
            <a:off x="1854200" y="1358775"/>
            <a:ext cx="535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</a:t>
            </a:r>
            <a:r>
              <a:rPr lang="en-US" altLang="ko-KR" sz="2800" b="1" dirty="0" err="1"/>
              <a:t>Uart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통신에 따른 전체적인 동작</a:t>
            </a:r>
            <a:endParaRPr lang="en-US" altLang="ko-KR" sz="2800" b="1" dirty="0"/>
          </a:p>
          <a:p>
            <a:endParaRPr lang="ko-KR" altLang="en-US" sz="2800" b="1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104814F-EBD7-1D00-CC4D-75E34634C2A6}"/>
              </a:ext>
            </a:extLst>
          </p:cNvPr>
          <p:cNvCxnSpPr>
            <a:cxnSpLocks/>
          </p:cNvCxnSpPr>
          <p:nvPr/>
        </p:nvCxnSpPr>
        <p:spPr>
          <a:xfrm>
            <a:off x="2783357" y="2851104"/>
            <a:ext cx="0" cy="4443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68B1E96-7252-B832-15DD-FEEB3C034EE1}"/>
              </a:ext>
            </a:extLst>
          </p:cNvPr>
          <p:cNvCxnSpPr>
            <a:cxnSpLocks/>
          </p:cNvCxnSpPr>
          <p:nvPr/>
        </p:nvCxnSpPr>
        <p:spPr>
          <a:xfrm>
            <a:off x="10104907" y="2771318"/>
            <a:ext cx="0" cy="4443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E401F4-5A01-C301-AB4D-2AEA7DA74DE5}"/>
              </a:ext>
            </a:extLst>
          </p:cNvPr>
          <p:cNvSpPr txBox="1"/>
          <p:nvPr/>
        </p:nvSpPr>
        <p:spPr>
          <a:xfrm>
            <a:off x="1854200" y="2109889"/>
            <a:ext cx="19505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URAT  = D</a:t>
            </a:r>
            <a:endParaRPr lang="ko-KR" altLang="en-US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88232-1D13-B4B1-5FAA-01943726B770}"/>
              </a:ext>
            </a:extLst>
          </p:cNvPr>
          <p:cNvSpPr txBox="1"/>
          <p:nvPr/>
        </p:nvSpPr>
        <p:spPr>
          <a:xfrm>
            <a:off x="9182099" y="2051272"/>
            <a:ext cx="165735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URAT  = U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98841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216D7-6BC4-04DE-B9D2-90069FCE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BB667E-0279-6D57-8B13-2C5706E8E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1104"/>
            <a:ext cx="12192000" cy="31369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F8890FC-9930-AF70-C9DB-F08EF7170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F0DD1-29FA-99A9-23F4-37914D03B1E7}"/>
              </a:ext>
            </a:extLst>
          </p:cNvPr>
          <p:cNvSpPr txBox="1"/>
          <p:nvPr/>
        </p:nvSpPr>
        <p:spPr>
          <a:xfrm>
            <a:off x="1854200" y="1358775"/>
            <a:ext cx="535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- </a:t>
            </a:r>
            <a:r>
              <a:rPr lang="en-US" altLang="ko-KR" sz="2800" b="1" dirty="0" err="1"/>
              <a:t>Uart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통신에 따른 전체적인 동작</a:t>
            </a:r>
            <a:endParaRPr lang="en-US" altLang="ko-KR" sz="2800" b="1" dirty="0"/>
          </a:p>
          <a:p>
            <a:endParaRPr lang="ko-KR" altLang="en-US" sz="2800" b="1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1E586AA-D1D6-73A0-C60B-1787802BF8B4}"/>
              </a:ext>
            </a:extLst>
          </p:cNvPr>
          <p:cNvCxnSpPr>
            <a:cxnSpLocks/>
          </p:cNvCxnSpPr>
          <p:nvPr/>
        </p:nvCxnSpPr>
        <p:spPr>
          <a:xfrm>
            <a:off x="3539007" y="2851104"/>
            <a:ext cx="0" cy="4443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36C03ED-10D3-1E2C-FD42-C708F9E363A4}"/>
              </a:ext>
            </a:extLst>
          </p:cNvPr>
          <p:cNvCxnSpPr>
            <a:cxnSpLocks/>
          </p:cNvCxnSpPr>
          <p:nvPr/>
        </p:nvCxnSpPr>
        <p:spPr>
          <a:xfrm>
            <a:off x="10839449" y="2851104"/>
            <a:ext cx="0" cy="44432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316DE8-30BE-25BC-CACA-B0E4B3C398BE}"/>
              </a:ext>
            </a:extLst>
          </p:cNvPr>
          <p:cNvSpPr txBox="1"/>
          <p:nvPr/>
        </p:nvSpPr>
        <p:spPr>
          <a:xfrm>
            <a:off x="2432050" y="2189578"/>
            <a:ext cx="19505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URAT  = U</a:t>
            </a:r>
            <a:endParaRPr lang="ko-KR" altLang="en-US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0C9AC7-B2B9-FB5B-EF5B-52F8C1F5B943}"/>
              </a:ext>
            </a:extLst>
          </p:cNvPr>
          <p:cNvSpPr txBox="1"/>
          <p:nvPr/>
        </p:nvSpPr>
        <p:spPr>
          <a:xfrm>
            <a:off x="9848849" y="2189578"/>
            <a:ext cx="165735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URAT  = L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70401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고찰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9811B8-D9A1-5A77-1A53-D3E3876A1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9496"/>
            <a:ext cx="12192000" cy="341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8958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1522</TotalTime>
  <Words>449</Words>
  <Application>Microsoft Office PowerPoint</Application>
  <PresentationFormat>와이드스크린</PresentationFormat>
  <Paragraphs>169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돋움</vt:lpstr>
      <vt:lpstr>맑은 고딕</vt:lpstr>
      <vt:lpstr>Calibri</vt:lpstr>
      <vt:lpstr>Calibri Light</vt:lpstr>
      <vt:lpstr>Cambria Math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UART + ASCII docder stopwatch/watch</vt:lpstr>
      <vt:lpstr>목차</vt:lpstr>
      <vt:lpstr>1. Introduction</vt:lpstr>
      <vt:lpstr>1. Introduction</vt:lpstr>
      <vt:lpstr>1. Introduction</vt:lpstr>
      <vt:lpstr>1. Introduction</vt:lpstr>
      <vt:lpstr>1. Introduction</vt:lpstr>
      <vt:lpstr>2. Block Diagram</vt:lpstr>
      <vt:lpstr>2. Block Diagram</vt:lpstr>
      <vt:lpstr>2. Block Diagram</vt:lpstr>
      <vt:lpstr>3. Module(RX&amp;BAUD_TICK) </vt:lpstr>
      <vt:lpstr>3. Module(BAUD_TICK) </vt:lpstr>
      <vt:lpstr>3. Module(BAUD_TICK) </vt:lpstr>
      <vt:lpstr>3. Module(BAUD_TICK) </vt:lpstr>
      <vt:lpstr>3. Module(RX) </vt:lpstr>
      <vt:lpstr>3. Module(RX) </vt:lpstr>
      <vt:lpstr>3. Module(RX) </vt:lpstr>
      <vt:lpstr>3. Module(RX) </vt:lpstr>
      <vt:lpstr>3. Module(RX) </vt:lpstr>
      <vt:lpstr>3. Module(RX) </vt:lpstr>
      <vt:lpstr>3. Module(TX) </vt:lpstr>
      <vt:lpstr>3. Module(TX) </vt:lpstr>
      <vt:lpstr>5. Simulation</vt:lpstr>
      <vt:lpstr>5. Simulation</vt:lpstr>
      <vt:lpstr>5. Simulation</vt:lpstr>
      <vt:lpstr>5. Simulation</vt:lpstr>
      <vt:lpstr>5. Simulation</vt:lpstr>
      <vt:lpstr>5. Simulation</vt:lpstr>
      <vt:lpstr>6. 고찰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121</cp:revision>
  <dcterms:created xsi:type="dcterms:W3CDTF">2026-01-26T09:32:19Z</dcterms:created>
  <dcterms:modified xsi:type="dcterms:W3CDTF">2026-02-09T07:51:23Z</dcterms:modified>
</cp:coreProperties>
</file>