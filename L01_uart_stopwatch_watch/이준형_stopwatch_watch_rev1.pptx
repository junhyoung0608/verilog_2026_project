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  <p:sldMasterId id="2147483738" r:id="rId2"/>
    <p:sldMasterId id="2147483750" r:id="rId3"/>
    <p:sldMasterId id="2147483762" r:id="rId4"/>
  </p:sldMasterIdLst>
  <p:notesMasterIdLst>
    <p:notesMasterId r:id="rId53"/>
  </p:notesMasterIdLst>
  <p:sldIdLst>
    <p:sldId id="256" r:id="rId5"/>
    <p:sldId id="290" r:id="rId6"/>
    <p:sldId id="259" r:id="rId7"/>
    <p:sldId id="321" r:id="rId8"/>
    <p:sldId id="320" r:id="rId9"/>
    <p:sldId id="324" r:id="rId10"/>
    <p:sldId id="323" r:id="rId11"/>
    <p:sldId id="291" r:id="rId12"/>
    <p:sldId id="322" r:id="rId13"/>
    <p:sldId id="265" r:id="rId14"/>
    <p:sldId id="270" r:id="rId15"/>
    <p:sldId id="325" r:id="rId16"/>
    <p:sldId id="271" r:id="rId17"/>
    <p:sldId id="275" r:id="rId18"/>
    <p:sldId id="276" r:id="rId19"/>
    <p:sldId id="277" r:id="rId20"/>
    <p:sldId id="278" r:id="rId21"/>
    <p:sldId id="294" r:id="rId22"/>
    <p:sldId id="293" r:id="rId23"/>
    <p:sldId id="292" r:id="rId24"/>
    <p:sldId id="297" r:id="rId25"/>
    <p:sldId id="296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12" r:id="rId37"/>
    <p:sldId id="314" r:id="rId38"/>
    <p:sldId id="313" r:id="rId39"/>
    <p:sldId id="315" r:id="rId40"/>
    <p:sldId id="316" r:id="rId41"/>
    <p:sldId id="282" r:id="rId42"/>
    <p:sldId id="269" r:id="rId43"/>
    <p:sldId id="281" r:id="rId44"/>
    <p:sldId id="279" r:id="rId45"/>
    <p:sldId id="310" r:id="rId46"/>
    <p:sldId id="283" r:id="rId47"/>
    <p:sldId id="284" r:id="rId48"/>
    <p:sldId id="309" r:id="rId49"/>
    <p:sldId id="286" r:id="rId50"/>
    <p:sldId id="287" r:id="rId51"/>
    <p:sldId id="318" r:id="rId5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0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100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9D96A-C90B-4616-BE12-243A1276DB70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6B70E-3285-4773-BDBD-F3FA3916C4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90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3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8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18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2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6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7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57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4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12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116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429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75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051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28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75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40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69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98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076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976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4507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229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67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1771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1870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7379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772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472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6802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083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059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9397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5244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729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01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8692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3660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2153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9996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2318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3368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379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12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3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42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30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42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UART + ASCII </a:t>
            </a:r>
            <a:r>
              <a:rPr lang="en-US" altLang="ko-KR" b="1" dirty="0" err="1"/>
              <a:t>docder</a:t>
            </a:r>
            <a:r>
              <a:rPr lang="en-US" altLang="ko-KR" b="1" dirty="0"/>
              <a:t> stopwatch/watch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/>
              <a:t> </a:t>
            </a:r>
            <a:r>
              <a:rPr lang="ko-KR" altLang="en-US" dirty="0" err="1"/>
              <a:t>온디바이스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 이준형</a:t>
            </a:r>
          </a:p>
        </p:txBody>
      </p:sp>
    </p:spTree>
    <p:extLst>
      <p:ext uri="{BB962C8B-B14F-4D97-AF65-F5344CB8AC3E}">
        <p14:creationId xmlns:p14="http://schemas.microsoft.com/office/powerpoint/2010/main" val="143038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25968C-06B2-387E-6E4B-165DF20C5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Introduction</a:t>
            </a:r>
          </a:p>
          <a:p>
            <a:r>
              <a:rPr lang="en-US" altLang="ko-KR" dirty="0"/>
              <a:t>2. Block Diagram</a:t>
            </a:r>
          </a:p>
          <a:p>
            <a:r>
              <a:rPr lang="en-US" altLang="ko-KR" dirty="0"/>
              <a:t>3. FSM</a:t>
            </a:r>
          </a:p>
          <a:p>
            <a:r>
              <a:rPr lang="en-US" altLang="ko-KR" dirty="0"/>
              <a:t>4. Module</a:t>
            </a:r>
          </a:p>
          <a:p>
            <a:r>
              <a:rPr lang="en-US" altLang="ko-KR" dirty="0"/>
              <a:t>5. Simulation</a:t>
            </a:r>
          </a:p>
          <a:p>
            <a:r>
              <a:rPr lang="en-US" altLang="ko-KR" dirty="0"/>
              <a:t>6. </a:t>
            </a:r>
            <a:r>
              <a:rPr lang="ko-KR" altLang="en-US" dirty="0"/>
              <a:t>고찰</a:t>
            </a:r>
            <a:endParaRPr lang="en-US" altLang="ko-KR" dirty="0"/>
          </a:p>
          <a:p>
            <a:r>
              <a:rPr lang="en-US" altLang="ko-KR" dirty="0"/>
              <a:t>7. </a:t>
            </a:r>
            <a:r>
              <a:rPr lang="ko-KR" altLang="en-US" dirty="0"/>
              <a:t>출처</a:t>
            </a:r>
          </a:p>
        </p:txBody>
      </p:sp>
    </p:spTree>
    <p:extLst>
      <p:ext uri="{BB962C8B-B14F-4D97-AF65-F5344CB8AC3E}">
        <p14:creationId xmlns:p14="http://schemas.microsoft.com/office/powerpoint/2010/main" val="18000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72BC87-2239-8B68-D14B-6A6888DDF567}"/>
              </a:ext>
            </a:extLst>
          </p:cNvPr>
          <p:cNvSpPr/>
          <p:nvPr/>
        </p:nvSpPr>
        <p:spPr>
          <a:xfrm>
            <a:off x="2660650" y="1676400"/>
            <a:ext cx="2724151" cy="157026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PC</a:t>
            </a:r>
            <a:endParaRPr lang="ko-KR" altLang="en-US" sz="32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34F3B3-3852-EA7B-5C94-51368163CED2}"/>
              </a:ext>
            </a:extLst>
          </p:cNvPr>
          <p:cNvSpPr/>
          <p:nvPr/>
        </p:nvSpPr>
        <p:spPr>
          <a:xfrm>
            <a:off x="7734300" y="1436914"/>
            <a:ext cx="2127250" cy="419961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STOPWATCH</a:t>
            </a:r>
          </a:p>
          <a:p>
            <a:pPr algn="ctr"/>
            <a:r>
              <a:rPr lang="en-US" altLang="ko-KR" sz="3200" b="1" dirty="0"/>
              <a:t>WATCH</a:t>
            </a:r>
          </a:p>
          <a:p>
            <a:pPr algn="ctr"/>
            <a:r>
              <a:rPr lang="en-US" altLang="ko-KR" sz="3200" b="1" dirty="0"/>
              <a:t>[BASYS3]</a:t>
            </a:r>
          </a:p>
          <a:p>
            <a:pPr algn="ctr"/>
            <a:endParaRPr lang="ko-KR" altLang="en-US" sz="32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B54794-249E-D8DE-0491-FF136C27C387}"/>
              </a:ext>
            </a:extLst>
          </p:cNvPr>
          <p:cNvSpPr/>
          <p:nvPr/>
        </p:nvSpPr>
        <p:spPr>
          <a:xfrm>
            <a:off x="2660649" y="4066268"/>
            <a:ext cx="2724151" cy="157026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Butten</a:t>
            </a:r>
          </a:p>
          <a:p>
            <a:pPr algn="ctr"/>
            <a:r>
              <a:rPr lang="en-US" altLang="ko-KR" sz="3200" b="1" dirty="0" err="1"/>
              <a:t>sw</a:t>
            </a:r>
            <a:endParaRPr lang="ko-KR" altLang="en-US" sz="3200" b="1" dirty="0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A41CA6A9-48DC-1BF6-A47C-EBD0540B7FFA}"/>
              </a:ext>
            </a:extLst>
          </p:cNvPr>
          <p:cNvSpPr/>
          <p:nvPr/>
        </p:nvSpPr>
        <p:spPr>
          <a:xfrm rot="16200000">
            <a:off x="6161088" y="1839232"/>
            <a:ext cx="914400" cy="1397000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DD13574E-B229-F3C4-A773-F8BACEC326FA}"/>
              </a:ext>
            </a:extLst>
          </p:cNvPr>
          <p:cNvSpPr/>
          <p:nvPr/>
        </p:nvSpPr>
        <p:spPr>
          <a:xfrm rot="16200000">
            <a:off x="6046788" y="3956050"/>
            <a:ext cx="914400" cy="1397000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256054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C7188-5AEB-9D6B-F072-E9F9C73C1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5DF3C-2322-23CC-6DEB-10FEEF9C4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627719-DB15-3B31-A12A-3975AFC9D4E7}"/>
              </a:ext>
            </a:extLst>
          </p:cNvPr>
          <p:cNvSpPr txBox="1"/>
          <p:nvPr/>
        </p:nvSpPr>
        <p:spPr>
          <a:xfrm>
            <a:off x="1854200" y="1358775"/>
            <a:ext cx="180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- UART</a:t>
            </a:r>
            <a:endParaRPr lang="ko-KR" altLang="en-US" sz="2800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385E91B-B58A-103F-A4A1-F299A6675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174688"/>
              </p:ext>
            </p:extLst>
          </p:nvPr>
        </p:nvGraphicFramePr>
        <p:xfrm>
          <a:off x="3143250" y="2242966"/>
          <a:ext cx="5670550" cy="3351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5275">
                  <a:extLst>
                    <a:ext uri="{9D8B030D-6E8A-4147-A177-3AD203B41FA5}">
                      <a16:colId xmlns:a16="http://schemas.microsoft.com/office/drawing/2014/main" val="2724172096"/>
                    </a:ext>
                  </a:extLst>
                </a:gridCol>
                <a:gridCol w="2835275">
                  <a:extLst>
                    <a:ext uri="{9D8B030D-6E8A-4147-A177-3AD203B41FA5}">
                      <a16:colId xmlns:a16="http://schemas.microsoft.com/office/drawing/2014/main" val="4105063905"/>
                    </a:ext>
                  </a:extLst>
                </a:gridCol>
              </a:tblGrid>
              <a:tr h="6702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UART_SPEC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value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87335"/>
                  </a:ext>
                </a:extLst>
              </a:tr>
              <a:tr h="6702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 err="1"/>
                        <a:t>Baudrate</a:t>
                      </a:r>
                      <a:r>
                        <a:rPr lang="en-US" altLang="ko-KR" sz="3200" dirty="0"/>
                        <a:t>[bps]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9600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345267"/>
                  </a:ext>
                </a:extLst>
              </a:tr>
              <a:tr h="6702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Data bits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8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083647"/>
                  </a:ext>
                </a:extLst>
              </a:tr>
              <a:tr h="6702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Stop bits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1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057141"/>
                  </a:ext>
                </a:extLst>
              </a:tr>
              <a:tr h="6702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Parity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none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935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257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E932A-794E-864F-6528-BCA47A69E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75FA5-C524-FC67-050C-41A26307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5A0141-6AC1-BDCF-B8EF-9BE595543F73}"/>
              </a:ext>
            </a:extLst>
          </p:cNvPr>
          <p:cNvSpPr txBox="1"/>
          <p:nvPr/>
        </p:nvSpPr>
        <p:spPr>
          <a:xfrm>
            <a:off x="1854200" y="1358775"/>
            <a:ext cx="180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- UART(RX)</a:t>
            </a:r>
            <a:endParaRPr lang="ko-KR" altLang="en-US" sz="28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25B4B6-0649-BFAD-74B3-C8CC827A2C06}"/>
              </a:ext>
            </a:extLst>
          </p:cNvPr>
          <p:cNvSpPr/>
          <p:nvPr/>
        </p:nvSpPr>
        <p:spPr>
          <a:xfrm>
            <a:off x="2203450" y="3242005"/>
            <a:ext cx="2724151" cy="157026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TX</a:t>
            </a:r>
            <a:endParaRPr lang="ko-KR" altLang="en-US" sz="3200" b="1" dirty="0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17AF7027-F19E-41DC-D7EC-E3AE7DBBF2B0}"/>
              </a:ext>
            </a:extLst>
          </p:cNvPr>
          <p:cNvSpPr/>
          <p:nvPr/>
        </p:nvSpPr>
        <p:spPr>
          <a:xfrm rot="16200000">
            <a:off x="5772151" y="3328637"/>
            <a:ext cx="914400" cy="1397000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72D368-EF48-222B-DF83-6DE8B58DB097}"/>
              </a:ext>
            </a:extLst>
          </p:cNvPr>
          <p:cNvSpPr/>
          <p:nvPr/>
        </p:nvSpPr>
        <p:spPr>
          <a:xfrm>
            <a:off x="7454900" y="3242005"/>
            <a:ext cx="2724151" cy="157026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RX</a:t>
            </a:r>
            <a:endParaRPr lang="ko-KR" altLang="en-US" sz="3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787FA94-25FD-E978-C36C-61398232D8D9}"/>
              </a:ext>
            </a:extLst>
          </p:cNvPr>
          <p:cNvSpPr/>
          <p:nvPr/>
        </p:nvSpPr>
        <p:spPr>
          <a:xfrm>
            <a:off x="1600200" y="2561255"/>
            <a:ext cx="3746500" cy="30841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5F6E23-094C-37A0-65BF-5DFB82171F51}"/>
              </a:ext>
            </a:extLst>
          </p:cNvPr>
          <p:cNvSpPr/>
          <p:nvPr/>
        </p:nvSpPr>
        <p:spPr>
          <a:xfrm>
            <a:off x="7010400" y="2561255"/>
            <a:ext cx="3746500" cy="30841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3DF01-490A-7F25-9A38-CA5E67459556}"/>
              </a:ext>
            </a:extLst>
          </p:cNvPr>
          <p:cNvSpPr txBox="1"/>
          <p:nvPr/>
        </p:nvSpPr>
        <p:spPr>
          <a:xfrm>
            <a:off x="1600200" y="2185638"/>
            <a:ext cx="180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DC70B4-29B2-248D-85CA-214A34587A10}"/>
              </a:ext>
            </a:extLst>
          </p:cNvPr>
          <p:cNvSpPr txBox="1"/>
          <p:nvPr/>
        </p:nvSpPr>
        <p:spPr>
          <a:xfrm>
            <a:off x="6985002" y="2185638"/>
            <a:ext cx="180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BASYS3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9296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12D2E-7AD5-D8D0-9E2C-CE84A987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EFEC0AA-DB9E-0107-FE84-45CB5C588652}"/>
              </a:ext>
            </a:extLst>
          </p:cNvPr>
          <p:cNvSpPr/>
          <p:nvPr/>
        </p:nvSpPr>
        <p:spPr>
          <a:xfrm>
            <a:off x="463550" y="1881995"/>
            <a:ext cx="11258550" cy="44870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A0A342-FB11-390A-EC63-B3AC64C4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90C5BD-FD5E-5767-9358-ABDB02216724}"/>
              </a:ext>
            </a:extLst>
          </p:cNvPr>
          <p:cNvSpPr txBox="1"/>
          <p:nvPr/>
        </p:nvSpPr>
        <p:spPr>
          <a:xfrm>
            <a:off x="1854200" y="1358775"/>
            <a:ext cx="180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- UART(RX)</a:t>
            </a:r>
            <a:endParaRPr lang="ko-KR" altLang="en-US" sz="28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0313DDD-FF6F-A950-354F-6D76388E9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66" y="2375469"/>
            <a:ext cx="9474768" cy="1304972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77910AC-A424-19FA-AF15-2C591953EE74}"/>
              </a:ext>
            </a:extLst>
          </p:cNvPr>
          <p:cNvCxnSpPr>
            <a:cxnSpLocks/>
          </p:cNvCxnSpPr>
          <p:nvPr/>
        </p:nvCxnSpPr>
        <p:spPr>
          <a:xfrm>
            <a:off x="2508250" y="4502150"/>
            <a:ext cx="910618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B1A4ADA-8A1D-5BFF-E096-89CACEB54C8C}"/>
              </a:ext>
            </a:extLst>
          </p:cNvPr>
          <p:cNvCxnSpPr>
            <a:cxnSpLocks/>
          </p:cNvCxnSpPr>
          <p:nvPr/>
        </p:nvCxnSpPr>
        <p:spPr>
          <a:xfrm>
            <a:off x="3168650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A3E065A-3FB6-C016-280D-330704885A3D}"/>
              </a:ext>
            </a:extLst>
          </p:cNvPr>
          <p:cNvCxnSpPr>
            <a:cxnSpLocks/>
          </p:cNvCxnSpPr>
          <p:nvPr/>
        </p:nvCxnSpPr>
        <p:spPr>
          <a:xfrm>
            <a:off x="4038600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D7FFBAE-D206-F465-C062-E8CD16C13D0C}"/>
              </a:ext>
            </a:extLst>
          </p:cNvPr>
          <p:cNvCxnSpPr>
            <a:cxnSpLocks/>
          </p:cNvCxnSpPr>
          <p:nvPr/>
        </p:nvCxnSpPr>
        <p:spPr>
          <a:xfrm>
            <a:off x="4889500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81F61B8-8E10-19C5-7351-2A8244836A1E}"/>
              </a:ext>
            </a:extLst>
          </p:cNvPr>
          <p:cNvCxnSpPr>
            <a:cxnSpLocks/>
          </p:cNvCxnSpPr>
          <p:nvPr/>
        </p:nvCxnSpPr>
        <p:spPr>
          <a:xfrm>
            <a:off x="5772150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481A54E-4F43-60BF-016D-7A54DC4F35EC}"/>
              </a:ext>
            </a:extLst>
          </p:cNvPr>
          <p:cNvCxnSpPr>
            <a:cxnSpLocks/>
          </p:cNvCxnSpPr>
          <p:nvPr/>
        </p:nvCxnSpPr>
        <p:spPr>
          <a:xfrm>
            <a:off x="6642100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B9AF486-F814-3135-DB73-50346AED60BD}"/>
              </a:ext>
            </a:extLst>
          </p:cNvPr>
          <p:cNvCxnSpPr>
            <a:cxnSpLocks/>
          </p:cNvCxnSpPr>
          <p:nvPr/>
        </p:nvCxnSpPr>
        <p:spPr>
          <a:xfrm>
            <a:off x="7473950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7C295F6-ED05-03B3-D1B7-C9E6B3AA34BE}"/>
              </a:ext>
            </a:extLst>
          </p:cNvPr>
          <p:cNvCxnSpPr>
            <a:cxnSpLocks/>
          </p:cNvCxnSpPr>
          <p:nvPr/>
        </p:nvCxnSpPr>
        <p:spPr>
          <a:xfrm>
            <a:off x="8343900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F3EC0D8-293D-040B-28E3-759C3199E581}"/>
              </a:ext>
            </a:extLst>
          </p:cNvPr>
          <p:cNvCxnSpPr>
            <a:cxnSpLocks/>
          </p:cNvCxnSpPr>
          <p:nvPr/>
        </p:nvCxnSpPr>
        <p:spPr>
          <a:xfrm>
            <a:off x="9201150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B14769D-4AAC-5722-097F-969C295F699E}"/>
              </a:ext>
            </a:extLst>
          </p:cNvPr>
          <p:cNvCxnSpPr>
            <a:cxnSpLocks/>
          </p:cNvCxnSpPr>
          <p:nvPr/>
        </p:nvCxnSpPr>
        <p:spPr>
          <a:xfrm>
            <a:off x="10064750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62AFEC2-7D99-D47D-DE08-DB6715F60612}"/>
              </a:ext>
            </a:extLst>
          </p:cNvPr>
          <p:cNvCxnSpPr>
            <a:cxnSpLocks/>
          </p:cNvCxnSpPr>
          <p:nvPr/>
        </p:nvCxnSpPr>
        <p:spPr>
          <a:xfrm>
            <a:off x="10909300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561329E-22AE-EDC4-BAA3-0E4E67625D81}"/>
              </a:ext>
            </a:extLst>
          </p:cNvPr>
          <p:cNvSpPr txBox="1"/>
          <p:nvPr/>
        </p:nvSpPr>
        <p:spPr>
          <a:xfrm>
            <a:off x="761716" y="2720294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TX_DATA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608DCA-4CE7-CC33-A961-023D6E92AFED}"/>
              </a:ext>
            </a:extLst>
          </p:cNvPr>
          <p:cNvSpPr txBox="1"/>
          <p:nvPr/>
        </p:nvSpPr>
        <p:spPr>
          <a:xfrm>
            <a:off x="806451" y="3940856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9600bps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C4E1178-1BB4-68BC-6445-45B7CEA005DC}"/>
              </a:ext>
            </a:extLst>
          </p:cNvPr>
          <p:cNvCxnSpPr>
            <a:cxnSpLocks/>
          </p:cNvCxnSpPr>
          <p:nvPr/>
        </p:nvCxnSpPr>
        <p:spPr>
          <a:xfrm>
            <a:off x="2508250" y="5607050"/>
            <a:ext cx="910618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D0AE5F7-D306-3A89-9C20-2A42E0A245DA}"/>
              </a:ext>
            </a:extLst>
          </p:cNvPr>
          <p:cNvCxnSpPr>
            <a:cxnSpLocks/>
          </p:cNvCxnSpPr>
          <p:nvPr/>
        </p:nvCxnSpPr>
        <p:spPr>
          <a:xfrm>
            <a:off x="316865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2CBF527-D3BF-66D2-6A44-1D1F65953DBB}"/>
              </a:ext>
            </a:extLst>
          </p:cNvPr>
          <p:cNvCxnSpPr>
            <a:cxnSpLocks/>
          </p:cNvCxnSpPr>
          <p:nvPr/>
        </p:nvCxnSpPr>
        <p:spPr>
          <a:xfrm>
            <a:off x="403860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0C59200-45CE-57D3-63E7-6E6AAF53BCEE}"/>
              </a:ext>
            </a:extLst>
          </p:cNvPr>
          <p:cNvCxnSpPr>
            <a:cxnSpLocks/>
          </p:cNvCxnSpPr>
          <p:nvPr/>
        </p:nvCxnSpPr>
        <p:spPr>
          <a:xfrm>
            <a:off x="488950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0514426-C9D3-5DE4-4E1B-8E1E935BC410}"/>
              </a:ext>
            </a:extLst>
          </p:cNvPr>
          <p:cNvCxnSpPr>
            <a:cxnSpLocks/>
          </p:cNvCxnSpPr>
          <p:nvPr/>
        </p:nvCxnSpPr>
        <p:spPr>
          <a:xfrm>
            <a:off x="577215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E7C25FF-F349-3184-CA70-DC41AEF6D4A6}"/>
              </a:ext>
            </a:extLst>
          </p:cNvPr>
          <p:cNvCxnSpPr>
            <a:cxnSpLocks/>
          </p:cNvCxnSpPr>
          <p:nvPr/>
        </p:nvCxnSpPr>
        <p:spPr>
          <a:xfrm>
            <a:off x="664210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A8CA00E-721D-82E3-C449-128A7770541A}"/>
              </a:ext>
            </a:extLst>
          </p:cNvPr>
          <p:cNvCxnSpPr>
            <a:cxnSpLocks/>
          </p:cNvCxnSpPr>
          <p:nvPr/>
        </p:nvCxnSpPr>
        <p:spPr>
          <a:xfrm>
            <a:off x="747395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C2CFA36-8CCB-5220-5932-C240D9FF511B}"/>
              </a:ext>
            </a:extLst>
          </p:cNvPr>
          <p:cNvCxnSpPr>
            <a:cxnSpLocks/>
          </p:cNvCxnSpPr>
          <p:nvPr/>
        </p:nvCxnSpPr>
        <p:spPr>
          <a:xfrm>
            <a:off x="834390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D0FA098-8D9A-A83A-5CEE-9F24550899CD}"/>
              </a:ext>
            </a:extLst>
          </p:cNvPr>
          <p:cNvCxnSpPr>
            <a:cxnSpLocks/>
          </p:cNvCxnSpPr>
          <p:nvPr/>
        </p:nvCxnSpPr>
        <p:spPr>
          <a:xfrm>
            <a:off x="920115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9787726-B949-7605-2BB9-D5CC3B2F39BF}"/>
              </a:ext>
            </a:extLst>
          </p:cNvPr>
          <p:cNvCxnSpPr>
            <a:cxnSpLocks/>
          </p:cNvCxnSpPr>
          <p:nvPr/>
        </p:nvCxnSpPr>
        <p:spPr>
          <a:xfrm>
            <a:off x="1006475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88888F1-A6DB-753A-1908-6858A0CB76C3}"/>
              </a:ext>
            </a:extLst>
          </p:cNvPr>
          <p:cNvCxnSpPr>
            <a:cxnSpLocks/>
          </p:cNvCxnSpPr>
          <p:nvPr/>
        </p:nvCxnSpPr>
        <p:spPr>
          <a:xfrm>
            <a:off x="1090930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919D4C1-9F7C-B7AE-D9BD-8AB55A537E37}"/>
              </a:ext>
            </a:extLst>
          </p:cNvPr>
          <p:cNvCxnSpPr>
            <a:cxnSpLocks/>
          </p:cNvCxnSpPr>
          <p:nvPr/>
        </p:nvCxnSpPr>
        <p:spPr>
          <a:xfrm>
            <a:off x="2615916" y="5607050"/>
            <a:ext cx="910618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67566E3-CA7C-4D34-906C-9656DBCB1A08}"/>
              </a:ext>
            </a:extLst>
          </p:cNvPr>
          <p:cNvCxnSpPr>
            <a:cxnSpLocks/>
          </p:cNvCxnSpPr>
          <p:nvPr/>
        </p:nvCxnSpPr>
        <p:spPr>
          <a:xfrm>
            <a:off x="32763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53D917B-DC93-3042-731B-AB0891A25237}"/>
              </a:ext>
            </a:extLst>
          </p:cNvPr>
          <p:cNvCxnSpPr>
            <a:cxnSpLocks/>
          </p:cNvCxnSpPr>
          <p:nvPr/>
        </p:nvCxnSpPr>
        <p:spPr>
          <a:xfrm>
            <a:off x="41462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DCA0E76-73C6-228A-FB2F-4D9740C0275E}"/>
              </a:ext>
            </a:extLst>
          </p:cNvPr>
          <p:cNvCxnSpPr>
            <a:cxnSpLocks/>
          </p:cNvCxnSpPr>
          <p:nvPr/>
        </p:nvCxnSpPr>
        <p:spPr>
          <a:xfrm>
            <a:off x="49971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24F0F05-A6E8-F416-0AE3-B6EDB4D1A279}"/>
              </a:ext>
            </a:extLst>
          </p:cNvPr>
          <p:cNvCxnSpPr>
            <a:cxnSpLocks/>
          </p:cNvCxnSpPr>
          <p:nvPr/>
        </p:nvCxnSpPr>
        <p:spPr>
          <a:xfrm>
            <a:off x="58798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1510AFE-1964-42FA-44ED-70A5673F79C6}"/>
              </a:ext>
            </a:extLst>
          </p:cNvPr>
          <p:cNvCxnSpPr>
            <a:cxnSpLocks/>
          </p:cNvCxnSpPr>
          <p:nvPr/>
        </p:nvCxnSpPr>
        <p:spPr>
          <a:xfrm>
            <a:off x="67497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06CFCFD-55F0-6292-95A2-9C56A07B4893}"/>
              </a:ext>
            </a:extLst>
          </p:cNvPr>
          <p:cNvCxnSpPr>
            <a:cxnSpLocks/>
          </p:cNvCxnSpPr>
          <p:nvPr/>
        </p:nvCxnSpPr>
        <p:spPr>
          <a:xfrm>
            <a:off x="75816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5DEBCCE7-9692-812B-5585-CE6BDB645A54}"/>
              </a:ext>
            </a:extLst>
          </p:cNvPr>
          <p:cNvCxnSpPr>
            <a:cxnSpLocks/>
          </p:cNvCxnSpPr>
          <p:nvPr/>
        </p:nvCxnSpPr>
        <p:spPr>
          <a:xfrm>
            <a:off x="84515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31C4A801-CCE5-570E-75F3-FA5CC0BBF8E5}"/>
              </a:ext>
            </a:extLst>
          </p:cNvPr>
          <p:cNvCxnSpPr>
            <a:cxnSpLocks/>
          </p:cNvCxnSpPr>
          <p:nvPr/>
        </p:nvCxnSpPr>
        <p:spPr>
          <a:xfrm>
            <a:off x="93088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002904C-94C8-A5DF-4997-7FB062706827}"/>
              </a:ext>
            </a:extLst>
          </p:cNvPr>
          <p:cNvCxnSpPr>
            <a:cxnSpLocks/>
          </p:cNvCxnSpPr>
          <p:nvPr/>
        </p:nvCxnSpPr>
        <p:spPr>
          <a:xfrm>
            <a:off x="101724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FF9776D5-1428-0DC1-A40D-EB5095CBC54C}"/>
              </a:ext>
            </a:extLst>
          </p:cNvPr>
          <p:cNvCxnSpPr>
            <a:cxnSpLocks/>
          </p:cNvCxnSpPr>
          <p:nvPr/>
        </p:nvCxnSpPr>
        <p:spPr>
          <a:xfrm>
            <a:off x="110169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6B6D21BA-A9CA-C750-0A6A-0F02D315B671}"/>
              </a:ext>
            </a:extLst>
          </p:cNvPr>
          <p:cNvCxnSpPr>
            <a:cxnSpLocks/>
          </p:cNvCxnSpPr>
          <p:nvPr/>
        </p:nvCxnSpPr>
        <p:spPr>
          <a:xfrm>
            <a:off x="2755616" y="5607050"/>
            <a:ext cx="892203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B0118F4-B948-6DEC-B97E-E20237AADE61}"/>
              </a:ext>
            </a:extLst>
          </p:cNvPr>
          <p:cNvCxnSpPr>
            <a:cxnSpLocks/>
          </p:cNvCxnSpPr>
          <p:nvPr/>
        </p:nvCxnSpPr>
        <p:spPr>
          <a:xfrm>
            <a:off x="34160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979C4BD-E97A-0316-4EBD-2A019DE27FF1}"/>
              </a:ext>
            </a:extLst>
          </p:cNvPr>
          <p:cNvCxnSpPr>
            <a:cxnSpLocks/>
          </p:cNvCxnSpPr>
          <p:nvPr/>
        </p:nvCxnSpPr>
        <p:spPr>
          <a:xfrm>
            <a:off x="42859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F2F0CA28-8097-4CAD-4D82-CBAF108A6B0E}"/>
              </a:ext>
            </a:extLst>
          </p:cNvPr>
          <p:cNvCxnSpPr>
            <a:cxnSpLocks/>
          </p:cNvCxnSpPr>
          <p:nvPr/>
        </p:nvCxnSpPr>
        <p:spPr>
          <a:xfrm>
            <a:off x="51368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F45B2C48-C97E-BD99-F5C4-E8A224C43517}"/>
              </a:ext>
            </a:extLst>
          </p:cNvPr>
          <p:cNvCxnSpPr>
            <a:cxnSpLocks/>
          </p:cNvCxnSpPr>
          <p:nvPr/>
        </p:nvCxnSpPr>
        <p:spPr>
          <a:xfrm>
            <a:off x="60195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27505D49-C713-68ED-D1B9-758FB3E11FBE}"/>
              </a:ext>
            </a:extLst>
          </p:cNvPr>
          <p:cNvCxnSpPr>
            <a:cxnSpLocks/>
          </p:cNvCxnSpPr>
          <p:nvPr/>
        </p:nvCxnSpPr>
        <p:spPr>
          <a:xfrm>
            <a:off x="68894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630C259-5646-17DA-714C-B0AEA4BD258B}"/>
              </a:ext>
            </a:extLst>
          </p:cNvPr>
          <p:cNvCxnSpPr>
            <a:cxnSpLocks/>
          </p:cNvCxnSpPr>
          <p:nvPr/>
        </p:nvCxnSpPr>
        <p:spPr>
          <a:xfrm>
            <a:off x="77213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FC0151FB-777F-3D08-1D47-819070F6880A}"/>
              </a:ext>
            </a:extLst>
          </p:cNvPr>
          <p:cNvCxnSpPr>
            <a:cxnSpLocks/>
          </p:cNvCxnSpPr>
          <p:nvPr/>
        </p:nvCxnSpPr>
        <p:spPr>
          <a:xfrm>
            <a:off x="85912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DBAF8AFD-35CB-8198-B34C-2DE158021CF9}"/>
              </a:ext>
            </a:extLst>
          </p:cNvPr>
          <p:cNvCxnSpPr>
            <a:cxnSpLocks/>
          </p:cNvCxnSpPr>
          <p:nvPr/>
        </p:nvCxnSpPr>
        <p:spPr>
          <a:xfrm>
            <a:off x="94485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C5BC70B6-1DBC-12B1-B221-A598ADBFF51C}"/>
              </a:ext>
            </a:extLst>
          </p:cNvPr>
          <p:cNvCxnSpPr>
            <a:cxnSpLocks/>
          </p:cNvCxnSpPr>
          <p:nvPr/>
        </p:nvCxnSpPr>
        <p:spPr>
          <a:xfrm>
            <a:off x="103121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14C31CE-BA4B-F6D1-28D5-4D2B7FB3C3E3}"/>
              </a:ext>
            </a:extLst>
          </p:cNvPr>
          <p:cNvCxnSpPr>
            <a:cxnSpLocks/>
          </p:cNvCxnSpPr>
          <p:nvPr/>
        </p:nvCxnSpPr>
        <p:spPr>
          <a:xfrm>
            <a:off x="111566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3A740F70-DCC8-CC88-DCD0-857E07853FA2}"/>
              </a:ext>
            </a:extLst>
          </p:cNvPr>
          <p:cNvCxnSpPr>
            <a:cxnSpLocks/>
          </p:cNvCxnSpPr>
          <p:nvPr/>
        </p:nvCxnSpPr>
        <p:spPr>
          <a:xfrm>
            <a:off x="2863566" y="5607050"/>
            <a:ext cx="885853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4AE2BEE9-0890-F792-3B42-B57FFAC65497}"/>
              </a:ext>
            </a:extLst>
          </p:cNvPr>
          <p:cNvCxnSpPr>
            <a:cxnSpLocks/>
          </p:cNvCxnSpPr>
          <p:nvPr/>
        </p:nvCxnSpPr>
        <p:spPr>
          <a:xfrm>
            <a:off x="35239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F72194D7-FAA4-AFCB-C191-03CF7F9DD488}"/>
              </a:ext>
            </a:extLst>
          </p:cNvPr>
          <p:cNvCxnSpPr>
            <a:cxnSpLocks/>
          </p:cNvCxnSpPr>
          <p:nvPr/>
        </p:nvCxnSpPr>
        <p:spPr>
          <a:xfrm>
            <a:off x="43939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6A7A1779-141C-4AF9-B034-71B44FD867B8}"/>
              </a:ext>
            </a:extLst>
          </p:cNvPr>
          <p:cNvCxnSpPr>
            <a:cxnSpLocks/>
          </p:cNvCxnSpPr>
          <p:nvPr/>
        </p:nvCxnSpPr>
        <p:spPr>
          <a:xfrm>
            <a:off x="52448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FF6C455-F767-3842-A40D-89F122B19A0B}"/>
              </a:ext>
            </a:extLst>
          </p:cNvPr>
          <p:cNvCxnSpPr>
            <a:cxnSpLocks/>
          </p:cNvCxnSpPr>
          <p:nvPr/>
        </p:nvCxnSpPr>
        <p:spPr>
          <a:xfrm>
            <a:off x="61274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8A844E9A-3B39-D999-590C-A60809ADB0D9}"/>
              </a:ext>
            </a:extLst>
          </p:cNvPr>
          <p:cNvCxnSpPr>
            <a:cxnSpLocks/>
          </p:cNvCxnSpPr>
          <p:nvPr/>
        </p:nvCxnSpPr>
        <p:spPr>
          <a:xfrm>
            <a:off x="69974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AFBECEF-4575-8353-4690-7D5FFEC83B2F}"/>
              </a:ext>
            </a:extLst>
          </p:cNvPr>
          <p:cNvCxnSpPr>
            <a:cxnSpLocks/>
          </p:cNvCxnSpPr>
          <p:nvPr/>
        </p:nvCxnSpPr>
        <p:spPr>
          <a:xfrm>
            <a:off x="78292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06DF98AB-B084-B903-7307-C638E3782BD5}"/>
              </a:ext>
            </a:extLst>
          </p:cNvPr>
          <p:cNvCxnSpPr>
            <a:cxnSpLocks/>
          </p:cNvCxnSpPr>
          <p:nvPr/>
        </p:nvCxnSpPr>
        <p:spPr>
          <a:xfrm>
            <a:off x="86992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EAE9D01-667D-E65B-311D-28F86CE515FA}"/>
              </a:ext>
            </a:extLst>
          </p:cNvPr>
          <p:cNvCxnSpPr>
            <a:cxnSpLocks/>
          </p:cNvCxnSpPr>
          <p:nvPr/>
        </p:nvCxnSpPr>
        <p:spPr>
          <a:xfrm>
            <a:off x="95564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7FB3BD9-E53D-4BC2-FA1A-19DCB28CE538}"/>
              </a:ext>
            </a:extLst>
          </p:cNvPr>
          <p:cNvCxnSpPr>
            <a:cxnSpLocks/>
          </p:cNvCxnSpPr>
          <p:nvPr/>
        </p:nvCxnSpPr>
        <p:spPr>
          <a:xfrm>
            <a:off x="104200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174FC0A-630D-075E-4EE2-7CA22A0535C9}"/>
              </a:ext>
            </a:extLst>
          </p:cNvPr>
          <p:cNvCxnSpPr>
            <a:cxnSpLocks/>
          </p:cNvCxnSpPr>
          <p:nvPr/>
        </p:nvCxnSpPr>
        <p:spPr>
          <a:xfrm>
            <a:off x="112646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7FDF2006-F055-AA2C-0E19-C5DF7702E74D}"/>
              </a:ext>
            </a:extLst>
          </p:cNvPr>
          <p:cNvCxnSpPr>
            <a:cxnSpLocks/>
          </p:cNvCxnSpPr>
          <p:nvPr/>
        </p:nvCxnSpPr>
        <p:spPr>
          <a:xfrm>
            <a:off x="2971516" y="5607050"/>
            <a:ext cx="875058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DAE4BCF4-B696-9C42-D42C-8E662DEED7D2}"/>
              </a:ext>
            </a:extLst>
          </p:cNvPr>
          <p:cNvCxnSpPr>
            <a:cxnSpLocks/>
          </p:cNvCxnSpPr>
          <p:nvPr/>
        </p:nvCxnSpPr>
        <p:spPr>
          <a:xfrm>
            <a:off x="36319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34DF544E-A49C-7762-A3CF-60BD3A3221F6}"/>
              </a:ext>
            </a:extLst>
          </p:cNvPr>
          <p:cNvCxnSpPr>
            <a:cxnSpLocks/>
          </p:cNvCxnSpPr>
          <p:nvPr/>
        </p:nvCxnSpPr>
        <p:spPr>
          <a:xfrm>
            <a:off x="45018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A6AC60FF-DBC5-7BAA-0871-51B338095EA6}"/>
              </a:ext>
            </a:extLst>
          </p:cNvPr>
          <p:cNvCxnSpPr>
            <a:cxnSpLocks/>
          </p:cNvCxnSpPr>
          <p:nvPr/>
        </p:nvCxnSpPr>
        <p:spPr>
          <a:xfrm>
            <a:off x="53527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EA583FC2-B80A-95E3-D8F3-F158F657F015}"/>
              </a:ext>
            </a:extLst>
          </p:cNvPr>
          <p:cNvCxnSpPr>
            <a:cxnSpLocks/>
          </p:cNvCxnSpPr>
          <p:nvPr/>
        </p:nvCxnSpPr>
        <p:spPr>
          <a:xfrm>
            <a:off x="62354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88041771-810D-A5BA-E67C-F76CBB824371}"/>
              </a:ext>
            </a:extLst>
          </p:cNvPr>
          <p:cNvCxnSpPr>
            <a:cxnSpLocks/>
          </p:cNvCxnSpPr>
          <p:nvPr/>
        </p:nvCxnSpPr>
        <p:spPr>
          <a:xfrm>
            <a:off x="71053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87E271B1-2113-6F8C-14BE-CEDE967E729A}"/>
              </a:ext>
            </a:extLst>
          </p:cNvPr>
          <p:cNvCxnSpPr>
            <a:cxnSpLocks/>
          </p:cNvCxnSpPr>
          <p:nvPr/>
        </p:nvCxnSpPr>
        <p:spPr>
          <a:xfrm>
            <a:off x="79372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9ED8DE0-504B-7A3C-0BDA-9185D6DC6BFE}"/>
              </a:ext>
            </a:extLst>
          </p:cNvPr>
          <p:cNvCxnSpPr>
            <a:cxnSpLocks/>
          </p:cNvCxnSpPr>
          <p:nvPr/>
        </p:nvCxnSpPr>
        <p:spPr>
          <a:xfrm>
            <a:off x="88071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CE43D62C-388E-AD0C-AF6E-2D56F609ABAD}"/>
              </a:ext>
            </a:extLst>
          </p:cNvPr>
          <p:cNvCxnSpPr>
            <a:cxnSpLocks/>
          </p:cNvCxnSpPr>
          <p:nvPr/>
        </p:nvCxnSpPr>
        <p:spPr>
          <a:xfrm>
            <a:off x="96644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E4C9D79-5C38-6772-79B7-47E408584183}"/>
              </a:ext>
            </a:extLst>
          </p:cNvPr>
          <p:cNvCxnSpPr>
            <a:cxnSpLocks/>
          </p:cNvCxnSpPr>
          <p:nvPr/>
        </p:nvCxnSpPr>
        <p:spPr>
          <a:xfrm>
            <a:off x="105280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B6A72DF0-C66F-BD35-7992-38834CD9CA62}"/>
              </a:ext>
            </a:extLst>
          </p:cNvPr>
          <p:cNvCxnSpPr>
            <a:cxnSpLocks/>
          </p:cNvCxnSpPr>
          <p:nvPr/>
        </p:nvCxnSpPr>
        <p:spPr>
          <a:xfrm>
            <a:off x="113725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9BECDE7-571A-09B2-341D-614E7FEE3C38}"/>
              </a:ext>
            </a:extLst>
          </p:cNvPr>
          <p:cNvCxnSpPr>
            <a:cxnSpLocks/>
          </p:cNvCxnSpPr>
          <p:nvPr/>
        </p:nvCxnSpPr>
        <p:spPr>
          <a:xfrm>
            <a:off x="3105150" y="5600700"/>
            <a:ext cx="86169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18E8AA9E-A202-B9A6-542A-353618F2A5AB}"/>
              </a:ext>
            </a:extLst>
          </p:cNvPr>
          <p:cNvCxnSpPr>
            <a:cxnSpLocks/>
          </p:cNvCxnSpPr>
          <p:nvPr/>
        </p:nvCxnSpPr>
        <p:spPr>
          <a:xfrm>
            <a:off x="376555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37C7A5AF-2E89-393C-A888-E0E5FF403EA5}"/>
              </a:ext>
            </a:extLst>
          </p:cNvPr>
          <p:cNvCxnSpPr>
            <a:cxnSpLocks/>
          </p:cNvCxnSpPr>
          <p:nvPr/>
        </p:nvCxnSpPr>
        <p:spPr>
          <a:xfrm>
            <a:off x="463550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2D9E7B20-B5DF-D830-AD30-62526907D23F}"/>
              </a:ext>
            </a:extLst>
          </p:cNvPr>
          <p:cNvCxnSpPr>
            <a:cxnSpLocks/>
          </p:cNvCxnSpPr>
          <p:nvPr/>
        </p:nvCxnSpPr>
        <p:spPr>
          <a:xfrm>
            <a:off x="548640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321EE1F-2AF8-08D7-1396-C10422363388}"/>
              </a:ext>
            </a:extLst>
          </p:cNvPr>
          <p:cNvCxnSpPr>
            <a:cxnSpLocks/>
          </p:cNvCxnSpPr>
          <p:nvPr/>
        </p:nvCxnSpPr>
        <p:spPr>
          <a:xfrm>
            <a:off x="636905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F9D9E91C-A43B-FC2A-1BDC-E4894875317E}"/>
              </a:ext>
            </a:extLst>
          </p:cNvPr>
          <p:cNvCxnSpPr>
            <a:cxnSpLocks/>
          </p:cNvCxnSpPr>
          <p:nvPr/>
        </p:nvCxnSpPr>
        <p:spPr>
          <a:xfrm>
            <a:off x="723900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4FE66C3-9085-174A-8CC3-6E0F1E5440AF}"/>
              </a:ext>
            </a:extLst>
          </p:cNvPr>
          <p:cNvCxnSpPr>
            <a:cxnSpLocks/>
          </p:cNvCxnSpPr>
          <p:nvPr/>
        </p:nvCxnSpPr>
        <p:spPr>
          <a:xfrm>
            <a:off x="807085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0A29068-DCDE-7B25-1D1C-EE054B9E23D4}"/>
              </a:ext>
            </a:extLst>
          </p:cNvPr>
          <p:cNvCxnSpPr>
            <a:cxnSpLocks/>
          </p:cNvCxnSpPr>
          <p:nvPr/>
        </p:nvCxnSpPr>
        <p:spPr>
          <a:xfrm>
            <a:off x="894080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4205DB13-1FD0-A0F8-2FDC-1685C2C5DFA2}"/>
              </a:ext>
            </a:extLst>
          </p:cNvPr>
          <p:cNvCxnSpPr>
            <a:cxnSpLocks/>
          </p:cNvCxnSpPr>
          <p:nvPr/>
        </p:nvCxnSpPr>
        <p:spPr>
          <a:xfrm>
            <a:off x="979805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7649F6FA-6FF1-4B0A-81DB-2A86E0C1F83E}"/>
              </a:ext>
            </a:extLst>
          </p:cNvPr>
          <p:cNvCxnSpPr>
            <a:cxnSpLocks/>
          </p:cNvCxnSpPr>
          <p:nvPr/>
        </p:nvCxnSpPr>
        <p:spPr>
          <a:xfrm>
            <a:off x="1066165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61A6B3C0-FC95-2782-B074-419881F4C186}"/>
              </a:ext>
            </a:extLst>
          </p:cNvPr>
          <p:cNvCxnSpPr>
            <a:cxnSpLocks/>
          </p:cNvCxnSpPr>
          <p:nvPr/>
        </p:nvCxnSpPr>
        <p:spPr>
          <a:xfrm>
            <a:off x="1150620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0BF2DB71-5ACB-CECF-42FF-CA8628B0BF3E}"/>
              </a:ext>
            </a:extLst>
          </p:cNvPr>
          <p:cNvCxnSpPr>
            <a:cxnSpLocks/>
          </p:cNvCxnSpPr>
          <p:nvPr/>
        </p:nvCxnSpPr>
        <p:spPr>
          <a:xfrm>
            <a:off x="3200116" y="5607050"/>
            <a:ext cx="852198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5923825D-BD1F-82E0-3022-DBBBE6167A7E}"/>
              </a:ext>
            </a:extLst>
          </p:cNvPr>
          <p:cNvCxnSpPr>
            <a:cxnSpLocks/>
          </p:cNvCxnSpPr>
          <p:nvPr/>
        </p:nvCxnSpPr>
        <p:spPr>
          <a:xfrm>
            <a:off x="38605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F434DFEF-50BC-1BB6-CCE2-8DD0569BAFC5}"/>
              </a:ext>
            </a:extLst>
          </p:cNvPr>
          <p:cNvCxnSpPr>
            <a:cxnSpLocks/>
          </p:cNvCxnSpPr>
          <p:nvPr/>
        </p:nvCxnSpPr>
        <p:spPr>
          <a:xfrm>
            <a:off x="47304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4B4DE1DF-FB58-3C3C-F2E6-72E5150C1375}"/>
              </a:ext>
            </a:extLst>
          </p:cNvPr>
          <p:cNvCxnSpPr>
            <a:cxnSpLocks/>
          </p:cNvCxnSpPr>
          <p:nvPr/>
        </p:nvCxnSpPr>
        <p:spPr>
          <a:xfrm>
            <a:off x="55813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3554DD01-0DD6-E422-0D88-BCFCAF001F30}"/>
              </a:ext>
            </a:extLst>
          </p:cNvPr>
          <p:cNvCxnSpPr>
            <a:cxnSpLocks/>
          </p:cNvCxnSpPr>
          <p:nvPr/>
        </p:nvCxnSpPr>
        <p:spPr>
          <a:xfrm>
            <a:off x="64640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0CB8028C-AA65-21B4-B406-3C0EC7860196}"/>
              </a:ext>
            </a:extLst>
          </p:cNvPr>
          <p:cNvCxnSpPr>
            <a:cxnSpLocks/>
          </p:cNvCxnSpPr>
          <p:nvPr/>
        </p:nvCxnSpPr>
        <p:spPr>
          <a:xfrm>
            <a:off x="73339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2339C6A-171D-3E42-1D58-56DA2F9D28BE}"/>
              </a:ext>
            </a:extLst>
          </p:cNvPr>
          <p:cNvCxnSpPr>
            <a:cxnSpLocks/>
          </p:cNvCxnSpPr>
          <p:nvPr/>
        </p:nvCxnSpPr>
        <p:spPr>
          <a:xfrm>
            <a:off x="81658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33906F4B-9E86-F660-AACB-AD1183E00A90}"/>
              </a:ext>
            </a:extLst>
          </p:cNvPr>
          <p:cNvCxnSpPr>
            <a:cxnSpLocks/>
          </p:cNvCxnSpPr>
          <p:nvPr/>
        </p:nvCxnSpPr>
        <p:spPr>
          <a:xfrm>
            <a:off x="90357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7468706-D233-D266-D682-0AC6E8D586B0}"/>
              </a:ext>
            </a:extLst>
          </p:cNvPr>
          <p:cNvCxnSpPr>
            <a:cxnSpLocks/>
          </p:cNvCxnSpPr>
          <p:nvPr/>
        </p:nvCxnSpPr>
        <p:spPr>
          <a:xfrm>
            <a:off x="98930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25CA7C8B-0399-871E-F4E5-9A7AEF255DF1}"/>
              </a:ext>
            </a:extLst>
          </p:cNvPr>
          <p:cNvCxnSpPr>
            <a:cxnSpLocks/>
          </p:cNvCxnSpPr>
          <p:nvPr/>
        </p:nvCxnSpPr>
        <p:spPr>
          <a:xfrm>
            <a:off x="107566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3172F354-7148-C2B7-4A93-25FC8B4F5FA2}"/>
              </a:ext>
            </a:extLst>
          </p:cNvPr>
          <p:cNvCxnSpPr>
            <a:cxnSpLocks/>
          </p:cNvCxnSpPr>
          <p:nvPr/>
        </p:nvCxnSpPr>
        <p:spPr>
          <a:xfrm>
            <a:off x="116011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9FDFD360-A123-775C-08F8-916EBF7A6A37}"/>
              </a:ext>
            </a:extLst>
          </p:cNvPr>
          <p:cNvCxnSpPr>
            <a:cxnSpLocks/>
          </p:cNvCxnSpPr>
          <p:nvPr/>
        </p:nvCxnSpPr>
        <p:spPr>
          <a:xfrm>
            <a:off x="3276316" y="5600700"/>
            <a:ext cx="844578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1EFE1217-CDC2-6750-ED8C-34AD7E8D92A0}"/>
              </a:ext>
            </a:extLst>
          </p:cNvPr>
          <p:cNvCxnSpPr>
            <a:cxnSpLocks/>
          </p:cNvCxnSpPr>
          <p:nvPr/>
        </p:nvCxnSpPr>
        <p:spPr>
          <a:xfrm>
            <a:off x="393671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69746B60-CDFD-0009-DC2F-F36397DF209A}"/>
              </a:ext>
            </a:extLst>
          </p:cNvPr>
          <p:cNvCxnSpPr>
            <a:cxnSpLocks/>
          </p:cNvCxnSpPr>
          <p:nvPr/>
        </p:nvCxnSpPr>
        <p:spPr>
          <a:xfrm>
            <a:off x="480666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AB7A061A-9871-E09A-5EB2-1D07BBD80EAC}"/>
              </a:ext>
            </a:extLst>
          </p:cNvPr>
          <p:cNvCxnSpPr>
            <a:cxnSpLocks/>
          </p:cNvCxnSpPr>
          <p:nvPr/>
        </p:nvCxnSpPr>
        <p:spPr>
          <a:xfrm>
            <a:off x="565756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3BBCB3A7-9ED5-7EDB-3E12-242F382D2FEA}"/>
              </a:ext>
            </a:extLst>
          </p:cNvPr>
          <p:cNvCxnSpPr>
            <a:cxnSpLocks/>
          </p:cNvCxnSpPr>
          <p:nvPr/>
        </p:nvCxnSpPr>
        <p:spPr>
          <a:xfrm>
            <a:off x="654021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32ECD1BE-890E-1217-B544-A1CF819A4F5A}"/>
              </a:ext>
            </a:extLst>
          </p:cNvPr>
          <p:cNvCxnSpPr>
            <a:cxnSpLocks/>
          </p:cNvCxnSpPr>
          <p:nvPr/>
        </p:nvCxnSpPr>
        <p:spPr>
          <a:xfrm>
            <a:off x="741016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6DE1ACE0-8F50-70C4-591A-60BFF6465AD4}"/>
              </a:ext>
            </a:extLst>
          </p:cNvPr>
          <p:cNvCxnSpPr>
            <a:cxnSpLocks/>
          </p:cNvCxnSpPr>
          <p:nvPr/>
        </p:nvCxnSpPr>
        <p:spPr>
          <a:xfrm>
            <a:off x="824201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31FBE460-4B8E-8895-0485-DA954FA69F0A}"/>
              </a:ext>
            </a:extLst>
          </p:cNvPr>
          <p:cNvCxnSpPr>
            <a:cxnSpLocks/>
          </p:cNvCxnSpPr>
          <p:nvPr/>
        </p:nvCxnSpPr>
        <p:spPr>
          <a:xfrm>
            <a:off x="911196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7D4C8B55-18B6-7C23-1387-E028E909E566}"/>
              </a:ext>
            </a:extLst>
          </p:cNvPr>
          <p:cNvCxnSpPr>
            <a:cxnSpLocks/>
          </p:cNvCxnSpPr>
          <p:nvPr/>
        </p:nvCxnSpPr>
        <p:spPr>
          <a:xfrm>
            <a:off x="996921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DAF415B0-3D38-60C4-19D5-4329E9DC3FB8}"/>
              </a:ext>
            </a:extLst>
          </p:cNvPr>
          <p:cNvCxnSpPr>
            <a:cxnSpLocks/>
          </p:cNvCxnSpPr>
          <p:nvPr/>
        </p:nvCxnSpPr>
        <p:spPr>
          <a:xfrm>
            <a:off x="1083281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E746C3F-E10C-A4D9-98A0-1DE254E00622}"/>
              </a:ext>
            </a:extLst>
          </p:cNvPr>
          <p:cNvCxnSpPr>
            <a:cxnSpLocks/>
          </p:cNvCxnSpPr>
          <p:nvPr/>
        </p:nvCxnSpPr>
        <p:spPr>
          <a:xfrm>
            <a:off x="1167736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DE5F1002-FA33-805D-8801-B75B771729BD}"/>
              </a:ext>
            </a:extLst>
          </p:cNvPr>
          <p:cNvSpPr txBox="1"/>
          <p:nvPr/>
        </p:nvSpPr>
        <p:spPr>
          <a:xfrm>
            <a:off x="818867" y="5066393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9600bps</a:t>
            </a:r>
            <a:endParaRPr lang="ko-KR" altLang="en-US" dirty="0"/>
          </a:p>
        </p:txBody>
      </p: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33E3B80F-1340-6ACA-D85D-240219BA2844}"/>
              </a:ext>
            </a:extLst>
          </p:cNvPr>
          <p:cNvCxnSpPr/>
          <p:nvPr/>
        </p:nvCxnSpPr>
        <p:spPr>
          <a:xfrm flipV="1">
            <a:off x="1873251" y="5048250"/>
            <a:ext cx="0" cy="38100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818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8A52-5529-7836-F47B-DBD93AAEA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38F24B7C-C16D-7891-62D7-180C7BDB6E0B}"/>
              </a:ext>
            </a:extLst>
          </p:cNvPr>
          <p:cNvSpPr/>
          <p:nvPr/>
        </p:nvSpPr>
        <p:spPr>
          <a:xfrm>
            <a:off x="482600" y="1881995"/>
            <a:ext cx="11226800" cy="44870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609F4723-761A-2D26-C5C9-ECBA6A6EF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2375469"/>
            <a:ext cx="10446034" cy="130497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9A455AF-8B52-1B8B-909F-EF38DA9C1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BA7886-A299-40D0-DFCE-48FAEE591C10}"/>
              </a:ext>
            </a:extLst>
          </p:cNvPr>
          <p:cNvSpPr txBox="1"/>
          <p:nvPr/>
        </p:nvSpPr>
        <p:spPr>
          <a:xfrm>
            <a:off x="1854200" y="1358775"/>
            <a:ext cx="180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- UART(RX)</a:t>
            </a:r>
            <a:endParaRPr lang="ko-KR" altLang="en-US" sz="2800" b="1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4A5AF53-5CE7-28AD-FFBC-94CD25FA88F3}"/>
              </a:ext>
            </a:extLst>
          </p:cNvPr>
          <p:cNvCxnSpPr/>
          <p:nvPr/>
        </p:nvCxnSpPr>
        <p:spPr>
          <a:xfrm flipV="1">
            <a:off x="260985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3BB36C9-A4CD-887A-ACAB-79395E232716}"/>
              </a:ext>
            </a:extLst>
          </p:cNvPr>
          <p:cNvCxnSpPr/>
          <p:nvPr/>
        </p:nvCxnSpPr>
        <p:spPr>
          <a:xfrm flipV="1">
            <a:off x="211455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F6F6917-F890-738C-7FD9-AFA311DAFEEE}"/>
              </a:ext>
            </a:extLst>
          </p:cNvPr>
          <p:cNvCxnSpPr>
            <a:cxnSpLocks/>
          </p:cNvCxnSpPr>
          <p:nvPr/>
        </p:nvCxnSpPr>
        <p:spPr>
          <a:xfrm>
            <a:off x="2006600" y="5219700"/>
            <a:ext cx="60325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183DF53-786C-22FA-A58D-314362749B5A}"/>
              </a:ext>
            </a:extLst>
          </p:cNvPr>
          <p:cNvSpPr txBox="1"/>
          <p:nvPr/>
        </p:nvSpPr>
        <p:spPr>
          <a:xfrm>
            <a:off x="1930400" y="5348079"/>
            <a:ext cx="755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8tick</a:t>
            </a:r>
            <a:endParaRPr lang="ko-KR" altLang="en-US" sz="16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A7D97A-7C0A-B0CE-2BF9-EA7BAABD8301}"/>
              </a:ext>
            </a:extLst>
          </p:cNvPr>
          <p:cNvSpPr txBox="1"/>
          <p:nvPr/>
        </p:nvSpPr>
        <p:spPr>
          <a:xfrm>
            <a:off x="723901" y="3850749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9600bps</a:t>
            </a:r>
          </a:p>
          <a:p>
            <a:pPr algn="ctr"/>
            <a:r>
              <a:rPr lang="en-US" altLang="ko-KR" dirty="0"/>
              <a:t>16</a:t>
            </a:r>
            <a:r>
              <a:rPr lang="ko-KR" altLang="en-US" dirty="0"/>
              <a:t>배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B10EE72A-BDD7-A062-C126-2F137310C8EC}"/>
              </a:ext>
            </a:extLst>
          </p:cNvPr>
          <p:cNvCxnSpPr/>
          <p:nvPr/>
        </p:nvCxnSpPr>
        <p:spPr>
          <a:xfrm flipV="1">
            <a:off x="459740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9C4650F8-7CAF-3F6D-3CDE-09E960056B3A}"/>
              </a:ext>
            </a:extLst>
          </p:cNvPr>
          <p:cNvCxnSpPr/>
          <p:nvPr/>
        </p:nvCxnSpPr>
        <p:spPr>
          <a:xfrm flipV="1">
            <a:off x="361950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D9B05B3-5CF9-F1A1-B0FC-F7930EDD422C}"/>
              </a:ext>
            </a:extLst>
          </p:cNvPr>
          <p:cNvCxnSpPr/>
          <p:nvPr/>
        </p:nvCxnSpPr>
        <p:spPr>
          <a:xfrm flipV="1">
            <a:off x="735330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E0E43365-9FE5-8A07-BBFE-F0C221D2B5A1}"/>
              </a:ext>
            </a:extLst>
          </p:cNvPr>
          <p:cNvCxnSpPr/>
          <p:nvPr/>
        </p:nvCxnSpPr>
        <p:spPr>
          <a:xfrm flipV="1">
            <a:off x="551815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42E1092-6805-0DB8-3A3E-97AF2E58E492}"/>
              </a:ext>
            </a:extLst>
          </p:cNvPr>
          <p:cNvCxnSpPr/>
          <p:nvPr/>
        </p:nvCxnSpPr>
        <p:spPr>
          <a:xfrm flipV="1">
            <a:off x="643255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19DA8927-19A5-2BD9-3E8F-A388E303F0D7}"/>
              </a:ext>
            </a:extLst>
          </p:cNvPr>
          <p:cNvCxnSpPr/>
          <p:nvPr/>
        </p:nvCxnSpPr>
        <p:spPr>
          <a:xfrm flipV="1">
            <a:off x="833120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AF42E447-DCC5-1B98-5E9A-DB39ECDC685B}"/>
              </a:ext>
            </a:extLst>
          </p:cNvPr>
          <p:cNvCxnSpPr/>
          <p:nvPr/>
        </p:nvCxnSpPr>
        <p:spPr>
          <a:xfrm flipV="1">
            <a:off x="9271000" y="404239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5BCACEF-1FCC-FF7F-1004-7B1B50470EB2}"/>
              </a:ext>
            </a:extLst>
          </p:cNvPr>
          <p:cNvCxnSpPr/>
          <p:nvPr/>
        </p:nvCxnSpPr>
        <p:spPr>
          <a:xfrm flipV="1">
            <a:off x="10299700" y="404239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BBAA914-CFB4-F24B-5411-8005CD68DB4C}"/>
              </a:ext>
            </a:extLst>
          </p:cNvPr>
          <p:cNvCxnSpPr>
            <a:cxnSpLocks/>
          </p:cNvCxnSpPr>
          <p:nvPr/>
        </p:nvCxnSpPr>
        <p:spPr>
          <a:xfrm>
            <a:off x="2609850" y="5229225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7DFEF32-8004-C930-5AF9-3E61F6732644}"/>
              </a:ext>
            </a:extLst>
          </p:cNvPr>
          <p:cNvSpPr txBox="1"/>
          <p:nvPr/>
        </p:nvSpPr>
        <p:spPr>
          <a:xfrm>
            <a:off x="2730500" y="5357604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53098D14-BA71-0272-46D3-486CAE0CBA48}"/>
              </a:ext>
            </a:extLst>
          </p:cNvPr>
          <p:cNvCxnSpPr>
            <a:cxnSpLocks/>
          </p:cNvCxnSpPr>
          <p:nvPr/>
        </p:nvCxnSpPr>
        <p:spPr>
          <a:xfrm>
            <a:off x="3562350" y="5229225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D23ECC71-A5B4-32DF-1162-F6C5B5DA475F}"/>
              </a:ext>
            </a:extLst>
          </p:cNvPr>
          <p:cNvCxnSpPr>
            <a:cxnSpLocks/>
          </p:cNvCxnSpPr>
          <p:nvPr/>
        </p:nvCxnSpPr>
        <p:spPr>
          <a:xfrm>
            <a:off x="4514850" y="5229225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74C36F6C-120B-356B-18F4-D9CD54BC315F}"/>
              </a:ext>
            </a:extLst>
          </p:cNvPr>
          <p:cNvCxnSpPr>
            <a:cxnSpLocks/>
          </p:cNvCxnSpPr>
          <p:nvPr/>
        </p:nvCxnSpPr>
        <p:spPr>
          <a:xfrm>
            <a:off x="5467350" y="5238750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7E450B5A-B604-F616-1FBD-161026EA1C82}"/>
              </a:ext>
            </a:extLst>
          </p:cNvPr>
          <p:cNvCxnSpPr>
            <a:cxnSpLocks/>
          </p:cNvCxnSpPr>
          <p:nvPr/>
        </p:nvCxnSpPr>
        <p:spPr>
          <a:xfrm>
            <a:off x="6432550" y="5238750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80CA361-2F64-CA1D-161F-71DD86B391C1}"/>
              </a:ext>
            </a:extLst>
          </p:cNvPr>
          <p:cNvCxnSpPr>
            <a:cxnSpLocks/>
          </p:cNvCxnSpPr>
          <p:nvPr/>
        </p:nvCxnSpPr>
        <p:spPr>
          <a:xfrm>
            <a:off x="7378700" y="5238750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0334AAE-5423-243E-1ED7-A019162B5974}"/>
              </a:ext>
            </a:extLst>
          </p:cNvPr>
          <p:cNvCxnSpPr>
            <a:cxnSpLocks/>
          </p:cNvCxnSpPr>
          <p:nvPr/>
        </p:nvCxnSpPr>
        <p:spPr>
          <a:xfrm>
            <a:off x="9283700" y="5238750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3FCE3ECD-1E26-344B-630F-FFD6F7F4D119}"/>
              </a:ext>
            </a:extLst>
          </p:cNvPr>
          <p:cNvCxnSpPr>
            <a:cxnSpLocks/>
          </p:cNvCxnSpPr>
          <p:nvPr/>
        </p:nvCxnSpPr>
        <p:spPr>
          <a:xfrm>
            <a:off x="8331200" y="5238750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F0B0B4D6-DECE-6849-1265-712B753C1A25}"/>
              </a:ext>
            </a:extLst>
          </p:cNvPr>
          <p:cNvSpPr txBox="1"/>
          <p:nvPr/>
        </p:nvSpPr>
        <p:spPr>
          <a:xfrm>
            <a:off x="3644900" y="5367641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3BE1BD6-C383-2BA1-CA2A-EDA44DC0DA4C}"/>
              </a:ext>
            </a:extLst>
          </p:cNvPr>
          <p:cNvSpPr txBox="1"/>
          <p:nvPr/>
        </p:nvSpPr>
        <p:spPr>
          <a:xfrm>
            <a:off x="4565650" y="536579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5EDFCAE-3876-6C3B-6934-4ED33A11D908}"/>
              </a:ext>
            </a:extLst>
          </p:cNvPr>
          <p:cNvSpPr txBox="1"/>
          <p:nvPr/>
        </p:nvSpPr>
        <p:spPr>
          <a:xfrm>
            <a:off x="5556250" y="536579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EE5E51D-E439-5722-048D-3396E6486698}"/>
              </a:ext>
            </a:extLst>
          </p:cNvPr>
          <p:cNvSpPr txBox="1"/>
          <p:nvPr/>
        </p:nvSpPr>
        <p:spPr>
          <a:xfrm>
            <a:off x="6483350" y="5372685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81B5729-2969-02F0-D1A0-B4AD64D455BE}"/>
              </a:ext>
            </a:extLst>
          </p:cNvPr>
          <p:cNvSpPr txBox="1"/>
          <p:nvPr/>
        </p:nvSpPr>
        <p:spPr>
          <a:xfrm>
            <a:off x="7435850" y="537957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C98823D-53FC-59C0-54E5-AD137D86908B}"/>
              </a:ext>
            </a:extLst>
          </p:cNvPr>
          <p:cNvSpPr txBox="1"/>
          <p:nvPr/>
        </p:nvSpPr>
        <p:spPr>
          <a:xfrm>
            <a:off x="9321800" y="537957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19244E0-918C-3E47-F47A-43C29D34B20B}"/>
              </a:ext>
            </a:extLst>
          </p:cNvPr>
          <p:cNvSpPr txBox="1"/>
          <p:nvPr/>
        </p:nvSpPr>
        <p:spPr>
          <a:xfrm>
            <a:off x="8369300" y="536579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5162219-0ABF-0A05-B3F2-A3AA56948C1C}"/>
              </a:ext>
            </a:extLst>
          </p:cNvPr>
          <p:cNvSpPr txBox="1"/>
          <p:nvPr/>
        </p:nvSpPr>
        <p:spPr>
          <a:xfrm>
            <a:off x="2114550" y="3626744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START</a:t>
            </a:r>
            <a:endParaRPr lang="ko-KR" altLang="en-US" sz="16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225CF5C-D4C4-33B3-6CA4-F2DB543E7B37}"/>
              </a:ext>
            </a:extLst>
          </p:cNvPr>
          <p:cNvSpPr txBox="1"/>
          <p:nvPr/>
        </p:nvSpPr>
        <p:spPr>
          <a:xfrm>
            <a:off x="3114675" y="3613042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DATA[0]</a:t>
            </a:r>
            <a:endParaRPr lang="ko-KR" altLang="en-US" sz="16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C8F7B39-85C8-AC3D-07C7-30A6E17A6588}"/>
              </a:ext>
            </a:extLst>
          </p:cNvPr>
          <p:cNvSpPr txBox="1"/>
          <p:nvPr/>
        </p:nvSpPr>
        <p:spPr>
          <a:xfrm>
            <a:off x="4051300" y="3614938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DATA[1]</a:t>
            </a:r>
            <a:endParaRPr lang="ko-KR" altLang="en-US" sz="16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441EA83-76C2-9934-99B1-0000AC42AF28}"/>
              </a:ext>
            </a:extLst>
          </p:cNvPr>
          <p:cNvSpPr txBox="1"/>
          <p:nvPr/>
        </p:nvSpPr>
        <p:spPr>
          <a:xfrm>
            <a:off x="5010150" y="3619700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DATA[2]</a:t>
            </a:r>
            <a:endParaRPr lang="ko-KR" altLang="en-US" sz="16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14E004D-0F22-74F0-1755-BE656E04034C}"/>
              </a:ext>
            </a:extLst>
          </p:cNvPr>
          <p:cNvSpPr txBox="1"/>
          <p:nvPr/>
        </p:nvSpPr>
        <p:spPr>
          <a:xfrm>
            <a:off x="5969000" y="3619700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DATA[3]</a:t>
            </a:r>
            <a:endParaRPr lang="ko-KR" altLang="en-US" sz="16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C1FA875-2C38-6308-F571-9E184E543FC5}"/>
              </a:ext>
            </a:extLst>
          </p:cNvPr>
          <p:cNvSpPr txBox="1"/>
          <p:nvPr/>
        </p:nvSpPr>
        <p:spPr>
          <a:xfrm>
            <a:off x="6902450" y="3632763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DATA[4]</a:t>
            </a:r>
            <a:endParaRPr lang="ko-KR" altLang="en-US" sz="16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71CA7A1-B601-1957-5633-78B0D7C8AD9E}"/>
              </a:ext>
            </a:extLst>
          </p:cNvPr>
          <p:cNvSpPr txBox="1"/>
          <p:nvPr/>
        </p:nvSpPr>
        <p:spPr>
          <a:xfrm>
            <a:off x="7829550" y="3634990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DATA[5]</a:t>
            </a:r>
            <a:endParaRPr lang="ko-KR" altLang="en-US" sz="16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F7674DE-C61C-222A-6884-E92B827AFDDA}"/>
              </a:ext>
            </a:extLst>
          </p:cNvPr>
          <p:cNvSpPr txBox="1"/>
          <p:nvPr/>
        </p:nvSpPr>
        <p:spPr>
          <a:xfrm>
            <a:off x="8788400" y="3613659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DATA[6]</a:t>
            </a:r>
            <a:endParaRPr lang="ko-KR" altLang="en-US" sz="16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72B641A-2839-E5F6-0A05-1F7B5B446022}"/>
              </a:ext>
            </a:extLst>
          </p:cNvPr>
          <p:cNvSpPr txBox="1"/>
          <p:nvPr/>
        </p:nvSpPr>
        <p:spPr>
          <a:xfrm>
            <a:off x="9759950" y="3626744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DATA[7]</a:t>
            </a:r>
            <a:endParaRPr lang="ko-KR" altLang="en-US" sz="1600" dirty="0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0DC1F731-D908-45B2-CFD6-DC6BEA98D2A1}"/>
              </a:ext>
            </a:extLst>
          </p:cNvPr>
          <p:cNvCxnSpPr>
            <a:cxnSpLocks/>
          </p:cNvCxnSpPr>
          <p:nvPr/>
        </p:nvCxnSpPr>
        <p:spPr>
          <a:xfrm>
            <a:off x="2162175" y="2426638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AD53F4E-52B2-493C-B7FE-F109557EF473}"/>
              </a:ext>
            </a:extLst>
          </p:cNvPr>
          <p:cNvSpPr txBox="1"/>
          <p:nvPr/>
        </p:nvSpPr>
        <p:spPr>
          <a:xfrm>
            <a:off x="2308225" y="20717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1556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57C4-F15E-8C8F-0B91-D23197E3A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562AF-58C0-19EB-FE78-75AB8BE47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pic>
        <p:nvPicPr>
          <p:cNvPr id="5" name="그림 4" descr="전자제품, 전자 부품, 전자 공학, 회로 구성요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C5C8CE-9BC5-3DA7-E2DE-FE3D3034B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225739" y="1882022"/>
            <a:ext cx="2935311" cy="4757889"/>
          </a:xfrm>
          <a:prstGeom prst="rect">
            <a:avLst/>
          </a:prstGeom>
        </p:spPr>
      </p:pic>
      <p:sp>
        <p:nvSpPr>
          <p:cNvPr id="47" name="오른쪽 중괄호 46">
            <a:extLst>
              <a:ext uri="{FF2B5EF4-FFF2-40B4-BE49-F238E27FC236}">
                <a16:creationId xmlns:a16="http://schemas.microsoft.com/office/drawing/2014/main" id="{AE0AC40D-B057-689A-DBB9-28EA04470984}"/>
              </a:ext>
            </a:extLst>
          </p:cNvPr>
          <p:cNvSpPr/>
          <p:nvPr/>
        </p:nvSpPr>
        <p:spPr>
          <a:xfrm rot="16200000">
            <a:off x="2615445" y="3754473"/>
            <a:ext cx="180178" cy="1180230"/>
          </a:xfrm>
          <a:prstGeom prst="rightBrace">
            <a:avLst>
              <a:gd name="adj1" fmla="val 8333"/>
              <a:gd name="adj2" fmla="val 483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5BEF4EE-A8A4-A610-480D-ECED7D62D755}"/>
              </a:ext>
            </a:extLst>
          </p:cNvPr>
          <p:cNvCxnSpPr>
            <a:cxnSpLocks/>
          </p:cNvCxnSpPr>
          <p:nvPr/>
        </p:nvCxnSpPr>
        <p:spPr>
          <a:xfrm>
            <a:off x="2709793" y="2522139"/>
            <a:ext cx="0" cy="18010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6ED366B-7EE6-E3A8-C1AE-728FD528C816}"/>
              </a:ext>
            </a:extLst>
          </p:cNvPr>
          <p:cNvSpPr txBox="1"/>
          <p:nvPr/>
        </p:nvSpPr>
        <p:spPr>
          <a:xfrm>
            <a:off x="1406740" y="2026225"/>
            <a:ext cx="259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FND_DISPLAY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B3A3825-1060-15B7-9A48-DD2F083C36E0}"/>
              </a:ext>
            </a:extLst>
          </p:cNvPr>
          <p:cNvSpPr/>
          <p:nvPr/>
        </p:nvSpPr>
        <p:spPr>
          <a:xfrm>
            <a:off x="4279900" y="4203700"/>
            <a:ext cx="996940" cy="927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66F3052-6DB7-A27A-185E-B6DE0935F61F}"/>
              </a:ext>
            </a:extLst>
          </p:cNvPr>
          <p:cNvSpPr/>
          <p:nvPr/>
        </p:nvSpPr>
        <p:spPr>
          <a:xfrm>
            <a:off x="4883150" y="5048481"/>
            <a:ext cx="996940" cy="7624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B94CDB2-DFA9-09F3-86EC-6B7943429952}"/>
              </a:ext>
            </a:extLst>
          </p:cNvPr>
          <p:cNvCxnSpPr>
            <a:cxnSpLocks/>
          </p:cNvCxnSpPr>
          <p:nvPr/>
        </p:nvCxnSpPr>
        <p:spPr>
          <a:xfrm>
            <a:off x="4778370" y="2522139"/>
            <a:ext cx="11043" cy="167291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941B08F-B7CA-28C2-DB3A-E01EEFF1B5D2}"/>
              </a:ext>
            </a:extLst>
          </p:cNvPr>
          <p:cNvCxnSpPr>
            <a:cxnSpLocks/>
          </p:cNvCxnSpPr>
          <p:nvPr/>
        </p:nvCxnSpPr>
        <p:spPr>
          <a:xfrm>
            <a:off x="5364225" y="2522139"/>
            <a:ext cx="28438" cy="25263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FF7B2AC-39CB-9A9C-7045-4EABB6976378}"/>
              </a:ext>
            </a:extLst>
          </p:cNvPr>
          <p:cNvSpPr txBox="1"/>
          <p:nvPr/>
        </p:nvSpPr>
        <p:spPr>
          <a:xfrm>
            <a:off x="4173243" y="2088495"/>
            <a:ext cx="1103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Butten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0790B7-D3E0-8DEF-8EC8-0F9F5547EB8B}"/>
              </a:ext>
            </a:extLst>
          </p:cNvPr>
          <p:cNvSpPr txBox="1"/>
          <p:nvPr/>
        </p:nvSpPr>
        <p:spPr>
          <a:xfrm>
            <a:off x="4851175" y="2170815"/>
            <a:ext cx="105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sw</a:t>
            </a:r>
            <a:endParaRPr lang="ko-KR" altLang="en-US" dirty="0"/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792EED46-DD51-54BF-D7CA-C35AA18BC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455474"/>
              </p:ext>
            </p:extLst>
          </p:nvPr>
        </p:nvGraphicFramePr>
        <p:xfrm>
          <a:off x="6145360" y="2540147"/>
          <a:ext cx="586884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535">
                  <a:extLst>
                    <a:ext uri="{9D8B030D-6E8A-4147-A177-3AD203B41FA5}">
                      <a16:colId xmlns:a16="http://schemas.microsoft.com/office/drawing/2014/main" val="2518587688"/>
                    </a:ext>
                  </a:extLst>
                </a:gridCol>
                <a:gridCol w="4108305">
                  <a:extLst>
                    <a:ext uri="{9D8B030D-6E8A-4147-A177-3AD203B41FA5}">
                      <a16:colId xmlns:a16="http://schemas.microsoft.com/office/drawing/2014/main" val="2629927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/>
                        <a:t>제어</a:t>
                      </a:r>
                      <a:r>
                        <a:rPr lang="en-US" altLang="ko-KR" sz="2000" b="1" dirty="0"/>
                        <a:t> </a:t>
                      </a:r>
                      <a:r>
                        <a:rPr lang="ko-KR" altLang="en-US" sz="2000" b="1" dirty="0"/>
                        <a:t>및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671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/>
                        <a:t>FND</a:t>
                      </a:r>
                    </a:p>
                    <a:p>
                      <a:pPr latinLnBrk="1"/>
                      <a:r>
                        <a:rPr lang="en-US" altLang="ko-KR" sz="2000" b="1" dirty="0"/>
                        <a:t>DISPLAY</a:t>
                      </a:r>
                      <a:endParaRPr lang="ko-KR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시간 출력</a:t>
                      </a:r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시</a:t>
                      </a:r>
                      <a:r>
                        <a:rPr lang="en-US" altLang="ko-KR" sz="2000" dirty="0"/>
                        <a:t>/</a:t>
                      </a:r>
                      <a:r>
                        <a:rPr lang="ko-KR" altLang="en-US" sz="2000" dirty="0"/>
                        <a:t>분 </a:t>
                      </a:r>
                      <a:r>
                        <a:rPr lang="en-US" altLang="ko-KR" sz="2000" dirty="0"/>
                        <a:t>or </a:t>
                      </a:r>
                      <a:r>
                        <a:rPr lang="ko-KR" altLang="en-US" sz="2000" dirty="0"/>
                        <a:t>초</a:t>
                      </a:r>
                      <a:r>
                        <a:rPr lang="en-US" altLang="ko-KR" sz="2000" dirty="0"/>
                        <a:t>/</a:t>
                      </a:r>
                      <a:r>
                        <a:rPr lang="ko-KR" altLang="en-US" sz="2000" dirty="0"/>
                        <a:t>밀리</a:t>
                      </a:r>
                      <a:r>
                        <a:rPr lang="en-US" altLang="ko-KR" sz="2000" dirty="0"/>
                        <a:t>)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863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/>
                        <a:t>Butten</a:t>
                      </a:r>
                      <a:endParaRPr lang="ko-KR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Clear, reset, </a:t>
                      </a:r>
                      <a:r>
                        <a:rPr lang="en-US" altLang="ko-KR" sz="2000" dirty="0" err="1"/>
                        <a:t>run_stop</a:t>
                      </a:r>
                      <a:r>
                        <a:rPr lang="en-US" altLang="ko-KR" sz="2000" dirty="0"/>
                        <a:t>, </a:t>
                      </a:r>
                    </a:p>
                    <a:p>
                      <a:pPr latinLnBrk="1"/>
                      <a:r>
                        <a:rPr lang="en-US" altLang="ko-KR" sz="2000" dirty="0"/>
                        <a:t>Count(up/ down)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57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/>
                        <a:t>Switch</a:t>
                      </a:r>
                      <a:endParaRPr lang="ko-KR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[0] Mode Change(stopwatch/watch)</a:t>
                      </a:r>
                    </a:p>
                    <a:p>
                      <a:pPr latinLnBrk="1"/>
                      <a:r>
                        <a:rPr lang="en-US" altLang="ko-KR" sz="2000" dirty="0"/>
                        <a:t>[2] Display Chage (</a:t>
                      </a:r>
                      <a:r>
                        <a:rPr lang="ko-KR" altLang="en-US" sz="2000" dirty="0"/>
                        <a:t>시</a:t>
                      </a:r>
                      <a:r>
                        <a:rPr lang="en-US" altLang="ko-KR" sz="2000" dirty="0"/>
                        <a:t>/</a:t>
                      </a:r>
                      <a:r>
                        <a:rPr lang="ko-KR" altLang="en-US" sz="2000" dirty="0"/>
                        <a:t>분 </a:t>
                      </a:r>
                      <a:r>
                        <a:rPr lang="en-US" altLang="ko-KR" sz="2000" dirty="0"/>
                        <a:t>or </a:t>
                      </a:r>
                      <a:r>
                        <a:rPr lang="ko-KR" altLang="en-US" sz="2000" dirty="0"/>
                        <a:t>초</a:t>
                      </a:r>
                      <a:r>
                        <a:rPr lang="en-US" altLang="ko-KR" sz="2000" dirty="0"/>
                        <a:t>/</a:t>
                      </a:r>
                      <a:r>
                        <a:rPr lang="ko-KR" altLang="en-US" sz="2000" dirty="0"/>
                        <a:t>밀리</a:t>
                      </a:r>
                      <a:r>
                        <a:rPr lang="en-US" altLang="ko-KR" sz="2000" dirty="0"/>
                        <a:t>)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58737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B02F760B-CD0B-1532-5CAE-D5B498CE5AA5}"/>
              </a:ext>
            </a:extLst>
          </p:cNvPr>
          <p:cNvSpPr txBox="1"/>
          <p:nvPr/>
        </p:nvSpPr>
        <p:spPr>
          <a:xfrm>
            <a:off x="1854200" y="1358775"/>
            <a:ext cx="180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- UART(RX)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07715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B707-34CF-30E1-B3FD-8CDB654F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회로, 전자제품, 전자 공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D4B36D-318B-6D9C-A7C9-BDD9F123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52996"/>
            <a:ext cx="2386658" cy="20278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AC9A375-4878-C5D1-224D-3F2EACA7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8C714B6-FB6A-ED13-D24D-81FE51CCB974}"/>
              </a:ext>
            </a:extLst>
          </p:cNvPr>
          <p:cNvCxnSpPr>
            <a:cxnSpLocks/>
          </p:cNvCxnSpPr>
          <p:nvPr/>
        </p:nvCxnSpPr>
        <p:spPr>
          <a:xfrm flipV="1">
            <a:off x="1828800" y="4338237"/>
            <a:ext cx="0" cy="10402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7A93EC0-2D49-F72C-71E4-FAE94453AB4A}"/>
              </a:ext>
            </a:extLst>
          </p:cNvPr>
          <p:cNvSpPr txBox="1"/>
          <p:nvPr/>
        </p:nvSpPr>
        <p:spPr>
          <a:xfrm>
            <a:off x="2053315" y="540669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DONW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2CBF50-3B51-FA9F-D3CE-36986C715399}"/>
              </a:ext>
            </a:extLst>
          </p:cNvPr>
          <p:cNvSpPr txBox="1"/>
          <p:nvPr/>
        </p:nvSpPr>
        <p:spPr>
          <a:xfrm>
            <a:off x="1173880" y="5400159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CLEAR</a:t>
            </a:r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1994D4A-3AE0-D94E-4597-7DADF8943C06}"/>
              </a:ext>
            </a:extLst>
          </p:cNvPr>
          <p:cNvCxnSpPr>
            <a:cxnSpLocks/>
          </p:cNvCxnSpPr>
          <p:nvPr/>
        </p:nvCxnSpPr>
        <p:spPr>
          <a:xfrm flipV="1">
            <a:off x="2672408" y="4869418"/>
            <a:ext cx="0" cy="5090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A97D79C-2EF3-AD5D-70FF-F0AD26DAAC8C}"/>
              </a:ext>
            </a:extLst>
          </p:cNvPr>
          <p:cNvCxnSpPr>
            <a:cxnSpLocks/>
          </p:cNvCxnSpPr>
          <p:nvPr/>
        </p:nvCxnSpPr>
        <p:spPr>
          <a:xfrm>
            <a:off x="2647553" y="2540000"/>
            <a:ext cx="0" cy="6731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70EAE02-D366-14E6-2561-5870C4B09D7E}"/>
              </a:ext>
            </a:extLst>
          </p:cNvPr>
          <p:cNvCxnSpPr>
            <a:cxnSpLocks/>
          </p:cNvCxnSpPr>
          <p:nvPr/>
        </p:nvCxnSpPr>
        <p:spPr>
          <a:xfrm flipV="1">
            <a:off x="3428058" y="4338237"/>
            <a:ext cx="0" cy="10619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514CD73-9DB1-A5D5-1D6B-BD55EA01DC65}"/>
              </a:ext>
            </a:extLst>
          </p:cNvPr>
          <p:cNvSpPr txBox="1"/>
          <p:nvPr/>
        </p:nvSpPr>
        <p:spPr>
          <a:xfrm>
            <a:off x="2120503" y="2192500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UP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A24F2B-13AA-7B85-53D0-084EDE3A936C}"/>
              </a:ext>
            </a:extLst>
          </p:cNvPr>
          <p:cNvSpPr txBox="1"/>
          <p:nvPr/>
        </p:nvSpPr>
        <p:spPr>
          <a:xfrm>
            <a:off x="2898525" y="5378450"/>
            <a:ext cx="1441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RUN_STOP</a:t>
            </a:r>
            <a:endParaRPr lang="ko-KR" altLang="en-US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1BB53AE-697D-CFDC-E708-D7DC3E90AED1}"/>
              </a:ext>
            </a:extLst>
          </p:cNvPr>
          <p:cNvCxnSpPr>
            <a:cxnSpLocks/>
          </p:cNvCxnSpPr>
          <p:nvPr/>
        </p:nvCxnSpPr>
        <p:spPr>
          <a:xfrm flipH="1">
            <a:off x="2891305" y="2568365"/>
            <a:ext cx="1177558" cy="12697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1DCB3C5-2EEB-E0E2-5B61-F6D006DA6198}"/>
              </a:ext>
            </a:extLst>
          </p:cNvPr>
          <p:cNvSpPr txBox="1"/>
          <p:nvPr/>
        </p:nvSpPr>
        <p:spPr>
          <a:xfrm>
            <a:off x="3107415" y="2199033"/>
            <a:ext cx="2101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RESET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EAEB51E-B3F5-99BA-7D3E-CB2666BCE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987319"/>
              </p:ext>
            </p:extLst>
          </p:nvPr>
        </p:nvGraphicFramePr>
        <p:xfrm>
          <a:off x="4698998" y="2127250"/>
          <a:ext cx="6807198" cy="3640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915">
                  <a:extLst>
                    <a:ext uri="{9D8B030D-6E8A-4147-A177-3AD203B41FA5}">
                      <a16:colId xmlns:a16="http://schemas.microsoft.com/office/drawing/2014/main" val="2204985463"/>
                    </a:ext>
                  </a:extLst>
                </a:gridCol>
                <a:gridCol w="1454651">
                  <a:extLst>
                    <a:ext uri="{9D8B030D-6E8A-4147-A177-3AD203B41FA5}">
                      <a16:colId xmlns:a16="http://schemas.microsoft.com/office/drawing/2014/main" val="1286846083"/>
                    </a:ext>
                  </a:extLst>
                </a:gridCol>
                <a:gridCol w="1156886">
                  <a:extLst>
                    <a:ext uri="{9D8B030D-6E8A-4147-A177-3AD203B41FA5}">
                      <a16:colId xmlns:a16="http://schemas.microsoft.com/office/drawing/2014/main" val="2869440152"/>
                    </a:ext>
                  </a:extLst>
                </a:gridCol>
                <a:gridCol w="2825746">
                  <a:extLst>
                    <a:ext uri="{9D8B030D-6E8A-4147-A177-3AD203B41FA5}">
                      <a16:colId xmlns:a16="http://schemas.microsoft.com/office/drawing/2014/main" val="2376137141"/>
                    </a:ext>
                  </a:extLst>
                </a:gridCol>
              </a:tblGrid>
              <a:tr h="4885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BUTTEN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UART(ASCII)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UART(hex)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443826"/>
                  </a:ext>
                </a:extLst>
              </a:tr>
              <a:tr h="4885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RESET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RESET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085677"/>
                  </a:ext>
                </a:extLst>
              </a:tr>
              <a:tr h="4885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Clear Data in Current Mode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191581"/>
                  </a:ext>
                </a:extLst>
              </a:tr>
              <a:tr h="4885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RUN_STOP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STOPWATCH RUN or STOP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273168"/>
                  </a:ext>
                </a:extLst>
              </a:tr>
              <a:tr h="84318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UP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STOPWATCH: up counter</a:t>
                      </a:r>
                    </a:p>
                    <a:p>
                      <a:pPr latinLnBrk="1"/>
                      <a:r>
                        <a:rPr lang="en-US" altLang="ko-KR" dirty="0"/>
                        <a:t>WATCH: set time up(min)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809953"/>
                  </a:ext>
                </a:extLst>
              </a:tr>
              <a:tr h="84318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DOWN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STOPWATCH: down counter</a:t>
                      </a:r>
                    </a:p>
                    <a:p>
                      <a:pPr latinLnBrk="1"/>
                      <a:r>
                        <a:rPr lang="en-US" altLang="ko-KR" dirty="0"/>
                        <a:t>WATCH: set time down(min)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528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411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2. Block Diagram</a:t>
            </a:r>
            <a:endParaRPr lang="ko-KR" altLang="en-US" dirty="0"/>
          </a:p>
        </p:txBody>
      </p:sp>
      <p:pic>
        <p:nvPicPr>
          <p:cNvPr id="6" name="그림 5" descr="도표, 평면도, 기술 도면, 개략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973150-79BF-F7A5-FFDF-498B0FA82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806" y="1663700"/>
            <a:ext cx="9494044" cy="429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31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고찰</a:t>
            </a:r>
          </a:p>
        </p:txBody>
      </p:sp>
    </p:spTree>
    <p:extLst>
      <p:ext uri="{BB962C8B-B14F-4D97-AF65-F5344CB8AC3E}">
        <p14:creationId xmlns:p14="http://schemas.microsoft.com/office/powerpoint/2010/main" val="2874089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61F17-90E0-59E5-05A2-0002D60F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7CBCDE4-EBC8-CE28-4D64-941421158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아래는 지우기</a:t>
            </a:r>
          </a:p>
        </p:txBody>
      </p:sp>
    </p:spTree>
    <p:extLst>
      <p:ext uri="{BB962C8B-B14F-4D97-AF65-F5344CB8AC3E}">
        <p14:creationId xmlns:p14="http://schemas.microsoft.com/office/powerpoint/2010/main" val="4118888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도표, 텍스트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356707-2B09-906F-768B-AA3175163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07" y="1585142"/>
            <a:ext cx="6105766" cy="464918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2. Block Diagram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165686" y="2153766"/>
            <a:ext cx="456276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BTN_DEBOUNCE:</a:t>
            </a:r>
          </a:p>
          <a:p>
            <a:r>
              <a:rPr lang="ko-KR" altLang="en-US" dirty="0"/>
              <a:t>버튼 누를 때</a:t>
            </a:r>
            <a:r>
              <a:rPr lang="en-US" altLang="ko-KR" dirty="0"/>
              <a:t>, Bouncing</a:t>
            </a:r>
            <a:r>
              <a:rPr lang="ko-KR" altLang="en-US" dirty="0"/>
              <a:t> 현상 차단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669391" y="2743200"/>
            <a:ext cx="915060" cy="30861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3F028E1-B5D9-4DDC-CB0C-C520D7754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300" y="4381068"/>
            <a:ext cx="4784436" cy="174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479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도표, 텍스트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D199AD-7C44-1D50-5802-D05E0264E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07" y="1585142"/>
            <a:ext cx="6105766" cy="464918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2. Block Diagram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496128" y="4916384"/>
            <a:ext cx="991590" cy="9381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8308B0-EA17-2442-30BD-D45BB48B3D33}"/>
              </a:ext>
            </a:extLst>
          </p:cNvPr>
          <p:cNvSpPr txBox="1"/>
          <p:nvPr/>
        </p:nvSpPr>
        <p:spPr>
          <a:xfrm>
            <a:off x="7165686" y="2153766"/>
            <a:ext cx="462626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PUSH_CHAGE: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버튼을 누를 시</a:t>
            </a:r>
            <a:r>
              <a:rPr lang="en-US" altLang="ko-KR" dirty="0"/>
              <a:t>, </a:t>
            </a:r>
            <a:r>
              <a:rPr lang="en-US" altLang="ko-KR" dirty="0" err="1"/>
              <a:t>signel</a:t>
            </a:r>
            <a:r>
              <a:rPr lang="ko-KR" altLang="en-US" dirty="0"/>
              <a:t>을 반전 수행</a:t>
            </a:r>
            <a:endParaRPr lang="en-US" altLang="ko-KR" dirty="0"/>
          </a:p>
          <a:p>
            <a:r>
              <a:rPr lang="en-US" altLang="ko-KR" dirty="0"/>
              <a:t>2. FND</a:t>
            </a:r>
            <a:r>
              <a:rPr lang="ko-KR" altLang="en-US" dirty="0"/>
              <a:t>의 </a:t>
            </a:r>
            <a:r>
              <a:rPr lang="en-US" altLang="ko-KR" dirty="0"/>
              <a:t>digit(hour/min or sec/msec)</a:t>
            </a:r>
            <a:r>
              <a:rPr lang="ko-KR" altLang="en-US" dirty="0"/>
              <a:t>을 변경</a:t>
            </a:r>
          </a:p>
        </p:txBody>
      </p:sp>
      <p:pic>
        <p:nvPicPr>
          <p:cNvPr id="9" name="그림 8" descr="라인, 스크린샷, 폰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B915BA-6B43-E3D4-DEB0-C338EC535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186" y="4527550"/>
            <a:ext cx="4562764" cy="159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텍스트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E91CB5-92F3-5CD4-CB7E-0C47023E9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07" y="1585142"/>
            <a:ext cx="6105766" cy="464918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2. Block Diagram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016249" y="1597232"/>
            <a:ext cx="991590" cy="464918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50059-E029-F9DE-A2DE-E4486F739AA9}"/>
              </a:ext>
            </a:extLst>
          </p:cNvPr>
          <p:cNvSpPr txBox="1"/>
          <p:nvPr/>
        </p:nvSpPr>
        <p:spPr>
          <a:xfrm>
            <a:off x="7165686" y="2153766"/>
            <a:ext cx="456276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CTRL_UNIT:</a:t>
            </a:r>
          </a:p>
          <a:p>
            <a:r>
              <a:rPr lang="ko-KR" altLang="en-US" dirty="0"/>
              <a:t>현재 상태에 따라 </a:t>
            </a:r>
            <a:r>
              <a:rPr lang="en-US" altLang="ko-KR" dirty="0"/>
              <a:t>DATA_PATH</a:t>
            </a:r>
            <a:r>
              <a:rPr lang="ko-KR" altLang="en-US" dirty="0"/>
              <a:t>를 제어함</a:t>
            </a:r>
          </a:p>
        </p:txBody>
      </p:sp>
    </p:spTree>
    <p:extLst>
      <p:ext uri="{BB962C8B-B14F-4D97-AF65-F5344CB8AC3E}">
        <p14:creationId xmlns:p14="http://schemas.microsoft.com/office/powerpoint/2010/main" val="3562453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텍스트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858910-7188-3A49-6171-0D0000156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07" y="1585142"/>
            <a:ext cx="6105766" cy="464918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2. Block Diagram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446895" y="1585142"/>
            <a:ext cx="991590" cy="464918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629AD-8FE8-55E3-F57C-9C638B87A2F9}"/>
              </a:ext>
            </a:extLst>
          </p:cNvPr>
          <p:cNvSpPr txBox="1"/>
          <p:nvPr/>
        </p:nvSpPr>
        <p:spPr>
          <a:xfrm>
            <a:off x="7165686" y="2153766"/>
            <a:ext cx="456276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BTN_DEBOUNCE:</a:t>
            </a:r>
          </a:p>
          <a:p>
            <a:r>
              <a:rPr lang="en-US" altLang="ko-KR" dirty="0"/>
              <a:t>1. CTRL_UNIT</a:t>
            </a:r>
            <a:r>
              <a:rPr lang="ko-KR" altLang="en-US" dirty="0"/>
              <a:t>의 신호</a:t>
            </a:r>
            <a:r>
              <a:rPr lang="en-US" altLang="ko-KR" dirty="0"/>
              <a:t>(</a:t>
            </a:r>
            <a:r>
              <a:rPr lang="ko-KR" altLang="en-US" dirty="0"/>
              <a:t>상태</a:t>
            </a:r>
            <a:r>
              <a:rPr lang="en-US" altLang="ko-KR" dirty="0"/>
              <a:t>)</a:t>
            </a:r>
            <a:r>
              <a:rPr lang="ko-KR" altLang="en-US" dirty="0"/>
              <a:t>에 의해 동작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Time data</a:t>
            </a:r>
            <a:r>
              <a:rPr lang="ko-KR" altLang="en-US" dirty="0"/>
              <a:t>는 </a:t>
            </a:r>
            <a:r>
              <a:rPr lang="en-US" altLang="ko-KR" dirty="0"/>
              <a:t>Input </a:t>
            </a:r>
            <a:r>
              <a:rPr lang="ko-KR" altLang="en-US" dirty="0"/>
              <a:t>신호에 의해 </a:t>
            </a:r>
            <a:endParaRPr lang="en-US" altLang="ko-KR" dirty="0"/>
          </a:p>
          <a:p>
            <a:r>
              <a:rPr lang="en-US" altLang="ko-KR" dirty="0"/>
              <a:t>FND_CTRL</a:t>
            </a:r>
            <a:r>
              <a:rPr lang="ko-KR" altLang="en-US" dirty="0"/>
              <a:t>에 보내는 </a:t>
            </a:r>
            <a:r>
              <a:rPr lang="en-US" altLang="ko-KR" dirty="0"/>
              <a:t>Output data</a:t>
            </a:r>
            <a:r>
              <a:rPr lang="ko-KR" altLang="en-US" dirty="0"/>
              <a:t>를 제어 </a:t>
            </a:r>
          </a:p>
        </p:txBody>
      </p:sp>
      <p:pic>
        <p:nvPicPr>
          <p:cNvPr id="6" name="그림 5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2C3BD3-FB53-730C-DE21-442C033A1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588" y="3890211"/>
            <a:ext cx="3005925" cy="24275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96E01B-CB05-CD20-45F8-26C453738C7F}"/>
              </a:ext>
            </a:extLst>
          </p:cNvPr>
          <p:cNvSpPr txBox="1"/>
          <p:nvPr/>
        </p:nvSpPr>
        <p:spPr>
          <a:xfrm>
            <a:off x="8186288" y="3818483"/>
            <a:ext cx="147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DATA_PATH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9459737" y="5981700"/>
            <a:ext cx="811441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1400" dirty="0" err="1"/>
              <a:t>mux_sel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33741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도표, 텍스트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719A1F-7DD8-2158-88D8-C095A789C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07" y="1585142"/>
            <a:ext cx="6105766" cy="464918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2. Block Diagram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676405" y="1585142"/>
            <a:ext cx="991590" cy="464918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텍스트, 도표, 폰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7EFF0A-61F0-BA9E-D124-D1A4C490A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350" y="4010451"/>
            <a:ext cx="3799502" cy="2223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3B1302-D81C-1426-E3BD-D5AEF366CBE5}"/>
              </a:ext>
            </a:extLst>
          </p:cNvPr>
          <p:cNvSpPr txBox="1"/>
          <p:nvPr/>
        </p:nvSpPr>
        <p:spPr>
          <a:xfrm>
            <a:off x="7165686" y="2153766"/>
            <a:ext cx="456276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FND_CTRL:</a:t>
            </a:r>
          </a:p>
          <a:p>
            <a:r>
              <a:rPr lang="en-US" altLang="ko-KR" dirty="0"/>
              <a:t>Input data(</a:t>
            </a:r>
            <a:r>
              <a:rPr lang="en-US" altLang="ko-KR" dirty="0" err="1"/>
              <a:t>time_data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endParaRPr lang="en-US" altLang="ko-KR" dirty="0"/>
          </a:p>
          <a:p>
            <a:r>
              <a:rPr lang="en-US" altLang="ko-KR" dirty="0"/>
              <a:t>FND</a:t>
            </a:r>
            <a:r>
              <a:rPr lang="ko-KR" altLang="en-US" dirty="0"/>
              <a:t>에 출력할 수 있게 변환 및 제어 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3275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6FBFD-A004-F638-24A6-4866AA41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BBB20-B2A7-193D-C0A7-C17BDB36B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3. FSM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270508E-CFBA-EADB-69CB-C27161489B44}"/>
              </a:ext>
            </a:extLst>
          </p:cNvPr>
          <p:cNvSpPr/>
          <p:nvPr/>
        </p:nvSpPr>
        <p:spPr>
          <a:xfrm>
            <a:off x="4749800" y="3790951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SET0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5041A56-074A-6480-F700-585C00F33DE5}"/>
              </a:ext>
            </a:extLst>
          </p:cNvPr>
          <p:cNvSpPr/>
          <p:nvPr/>
        </p:nvSpPr>
        <p:spPr>
          <a:xfrm>
            <a:off x="3908425" y="2332264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CLAER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54123F7-C27E-D372-3C0B-7E1FD6D9C228}"/>
              </a:ext>
            </a:extLst>
          </p:cNvPr>
          <p:cNvSpPr/>
          <p:nvPr/>
        </p:nvSpPr>
        <p:spPr>
          <a:xfrm>
            <a:off x="2682875" y="4572907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RUN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815971D-B301-A6B2-8A9A-C332CE47BF27}"/>
              </a:ext>
            </a:extLst>
          </p:cNvPr>
          <p:cNvSpPr/>
          <p:nvPr/>
        </p:nvSpPr>
        <p:spPr>
          <a:xfrm>
            <a:off x="4760912" y="5319032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SET1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8ED93DA-EBAE-B157-0020-50E8F859BC62}"/>
              </a:ext>
            </a:extLst>
          </p:cNvPr>
          <p:cNvCxnSpPr>
            <a:cxnSpLocks/>
          </p:cNvCxnSpPr>
          <p:nvPr/>
        </p:nvCxnSpPr>
        <p:spPr>
          <a:xfrm>
            <a:off x="4914900" y="3270704"/>
            <a:ext cx="234950" cy="4785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0E974FB-838F-E71F-916F-7A516F3AE7EF}"/>
              </a:ext>
            </a:extLst>
          </p:cNvPr>
          <p:cNvCxnSpPr>
            <a:cxnSpLocks/>
          </p:cNvCxnSpPr>
          <p:nvPr/>
        </p:nvCxnSpPr>
        <p:spPr>
          <a:xfrm>
            <a:off x="5384800" y="4825094"/>
            <a:ext cx="0" cy="4460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36C9EBF-6FDA-1FE3-AA9A-43ACE2792AD6}"/>
              </a:ext>
            </a:extLst>
          </p:cNvPr>
          <p:cNvCxnSpPr>
            <a:cxnSpLocks/>
          </p:cNvCxnSpPr>
          <p:nvPr/>
        </p:nvCxnSpPr>
        <p:spPr>
          <a:xfrm flipH="1" flipV="1">
            <a:off x="3854450" y="5365750"/>
            <a:ext cx="906462" cy="3991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D0014E8-175C-4993-BD90-4C4A3E4E7B2A}"/>
              </a:ext>
            </a:extLst>
          </p:cNvPr>
          <p:cNvCxnSpPr>
            <a:cxnSpLocks/>
          </p:cNvCxnSpPr>
          <p:nvPr/>
        </p:nvCxnSpPr>
        <p:spPr>
          <a:xfrm flipV="1">
            <a:off x="3548063" y="3324678"/>
            <a:ext cx="572888" cy="12241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6C1932C-E278-DB34-20F0-6AF9FC139EDB}"/>
              </a:ext>
            </a:extLst>
          </p:cNvPr>
          <p:cNvSpPr txBox="1"/>
          <p:nvPr/>
        </p:nvSpPr>
        <p:spPr>
          <a:xfrm>
            <a:off x="2307036" y="3770538"/>
            <a:ext cx="1627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err="1"/>
              <a:t>Btn_CLEAR</a:t>
            </a:r>
            <a:r>
              <a:rPr lang="en-US" altLang="ko-KR" sz="900" b="1" dirty="0"/>
              <a:t> = 1’b1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D1BE61-381C-E2FD-C399-3EA304DF1FA7}"/>
              </a:ext>
            </a:extLst>
          </p:cNvPr>
          <p:cNvSpPr txBox="1"/>
          <p:nvPr/>
        </p:nvSpPr>
        <p:spPr>
          <a:xfrm>
            <a:off x="3908425" y="4859113"/>
            <a:ext cx="16279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err="1"/>
              <a:t>Btn_RUN_STOP</a:t>
            </a:r>
            <a:r>
              <a:rPr lang="en-US" altLang="ko-KR" sz="800" b="1" dirty="0"/>
              <a:t> = 1’b1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9B0442-D34D-6EDF-4C6B-057AB922887C}"/>
              </a:ext>
            </a:extLst>
          </p:cNvPr>
          <p:cNvSpPr txBox="1"/>
          <p:nvPr/>
        </p:nvSpPr>
        <p:spPr>
          <a:xfrm>
            <a:off x="3217468" y="5764892"/>
            <a:ext cx="16279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err="1"/>
              <a:t>Btn_RUN_STOP</a:t>
            </a:r>
            <a:r>
              <a:rPr lang="en-US" altLang="ko-KR" sz="800" b="1" dirty="0"/>
              <a:t> = 1’b1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F92833-727E-3657-3C62-E15A746937F6}"/>
              </a:ext>
            </a:extLst>
          </p:cNvPr>
          <p:cNvSpPr txBox="1"/>
          <p:nvPr/>
        </p:nvSpPr>
        <p:spPr>
          <a:xfrm>
            <a:off x="1492250" y="1527622"/>
            <a:ext cx="195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 WATCH</a:t>
            </a:r>
            <a:endParaRPr lang="ko-KR" alt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11695C-71A1-14F0-E074-C00DB2FB2C1F}"/>
              </a:ext>
            </a:extLst>
          </p:cNvPr>
          <p:cNvSpPr txBox="1"/>
          <p:nvPr/>
        </p:nvSpPr>
        <p:spPr>
          <a:xfrm>
            <a:off x="6792116" y="1602029"/>
            <a:ext cx="195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 STOPWATCH</a:t>
            </a:r>
            <a:endParaRPr lang="ko-KR" altLang="en-US" b="1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7D48D06B-FDB1-1003-797A-41C7CD90680F}"/>
              </a:ext>
            </a:extLst>
          </p:cNvPr>
          <p:cNvSpPr/>
          <p:nvPr/>
        </p:nvSpPr>
        <p:spPr>
          <a:xfrm>
            <a:off x="9839223" y="2764093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6C008778-834E-BFF3-7D66-289443C852CC}"/>
              </a:ext>
            </a:extLst>
          </p:cNvPr>
          <p:cNvSpPr/>
          <p:nvPr/>
        </p:nvSpPr>
        <p:spPr>
          <a:xfrm>
            <a:off x="9828905" y="5042336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RUN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51511FE-4BFB-0D92-9A91-937D4D8C1B0D}"/>
              </a:ext>
            </a:extLst>
          </p:cNvPr>
          <p:cNvCxnSpPr>
            <a:cxnSpLocks/>
          </p:cNvCxnSpPr>
          <p:nvPr/>
        </p:nvCxnSpPr>
        <p:spPr>
          <a:xfrm>
            <a:off x="10549329" y="3862508"/>
            <a:ext cx="0" cy="1098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7BB5796-8124-34D0-3BBC-E3FBF263011E}"/>
              </a:ext>
            </a:extLst>
          </p:cNvPr>
          <p:cNvCxnSpPr>
            <a:cxnSpLocks/>
          </p:cNvCxnSpPr>
          <p:nvPr/>
        </p:nvCxnSpPr>
        <p:spPr>
          <a:xfrm flipV="1">
            <a:off x="10299899" y="3792769"/>
            <a:ext cx="0" cy="11682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73EF592B-F763-C353-6723-263563268F34}"/>
              </a:ext>
            </a:extLst>
          </p:cNvPr>
          <p:cNvSpPr/>
          <p:nvPr/>
        </p:nvSpPr>
        <p:spPr>
          <a:xfrm>
            <a:off x="9802018" y="1275258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CLEAR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4346B07-3E6A-76DB-3D90-4321EC7363D7}"/>
              </a:ext>
            </a:extLst>
          </p:cNvPr>
          <p:cNvCxnSpPr>
            <a:cxnSpLocks/>
          </p:cNvCxnSpPr>
          <p:nvPr/>
        </p:nvCxnSpPr>
        <p:spPr>
          <a:xfrm>
            <a:off x="10435330" y="2308311"/>
            <a:ext cx="0" cy="3998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4E7D4E1-3C09-B48E-6863-6D0FABAF46BF}"/>
              </a:ext>
            </a:extLst>
          </p:cNvPr>
          <p:cNvSpPr txBox="1"/>
          <p:nvPr/>
        </p:nvSpPr>
        <p:spPr>
          <a:xfrm>
            <a:off x="10545455" y="4227977"/>
            <a:ext cx="16279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err="1"/>
              <a:t>Btn_RUN_STOP</a:t>
            </a:r>
            <a:r>
              <a:rPr lang="en-US" altLang="ko-KR" sz="1100" b="1" dirty="0"/>
              <a:t> = 1’b1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9FE38E-E81B-5B56-8127-06DBC57318DA}"/>
              </a:ext>
            </a:extLst>
          </p:cNvPr>
          <p:cNvSpPr txBox="1"/>
          <p:nvPr/>
        </p:nvSpPr>
        <p:spPr>
          <a:xfrm>
            <a:off x="8668047" y="4264180"/>
            <a:ext cx="16279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err="1"/>
              <a:t>Btn_RUN_STOP</a:t>
            </a:r>
            <a:r>
              <a:rPr lang="en-US" altLang="ko-KR" sz="1100" b="1" dirty="0"/>
              <a:t> = 1’b1</a:t>
            </a:r>
          </a:p>
        </p:txBody>
      </p:sp>
      <p:sp>
        <p:nvSpPr>
          <p:cNvPr id="3" name="오른쪽으로 구부러진 화살표 2"/>
          <p:cNvSpPr/>
          <p:nvPr/>
        </p:nvSpPr>
        <p:spPr>
          <a:xfrm rot="10800000">
            <a:off x="11083030" y="1884858"/>
            <a:ext cx="1038009" cy="3728727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C1932C-E278-DB34-20F0-6AF9FC139EDB}"/>
              </a:ext>
            </a:extLst>
          </p:cNvPr>
          <p:cNvSpPr txBox="1"/>
          <p:nvPr/>
        </p:nvSpPr>
        <p:spPr>
          <a:xfrm>
            <a:off x="10700321" y="3238815"/>
            <a:ext cx="1627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err="1"/>
              <a:t>Btn_CLEAR</a:t>
            </a:r>
            <a:r>
              <a:rPr lang="en-US" altLang="ko-KR" sz="900" b="1" dirty="0"/>
              <a:t> = 1’b1</a:t>
            </a:r>
          </a:p>
        </p:txBody>
      </p:sp>
    </p:spTree>
    <p:extLst>
      <p:ext uri="{BB962C8B-B14F-4D97-AF65-F5344CB8AC3E}">
        <p14:creationId xmlns:p14="http://schemas.microsoft.com/office/powerpoint/2010/main" val="4203915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9509-94C3-02E0-ABC4-F609822C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96F42-7316-B423-023D-CEED420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3. FSM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E8A04-2771-6E45-B61A-9D8A43C42147}"/>
              </a:ext>
            </a:extLst>
          </p:cNvPr>
          <p:cNvSpPr txBox="1"/>
          <p:nvPr/>
        </p:nvSpPr>
        <p:spPr>
          <a:xfrm>
            <a:off x="1492250" y="1527622"/>
            <a:ext cx="195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Add BTN_MODE</a:t>
            </a:r>
            <a:endParaRPr lang="ko-KR" altLang="en-US" b="1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0E8E54F-1532-4423-3A13-C324685D2208}"/>
              </a:ext>
            </a:extLst>
          </p:cNvPr>
          <p:cNvSpPr/>
          <p:nvPr/>
        </p:nvSpPr>
        <p:spPr>
          <a:xfrm>
            <a:off x="5962650" y="1133476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IDLE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5741F40-FE1C-7CC6-9444-373FAC313CB1}"/>
              </a:ext>
            </a:extLst>
          </p:cNvPr>
          <p:cNvSpPr/>
          <p:nvPr/>
        </p:nvSpPr>
        <p:spPr>
          <a:xfrm>
            <a:off x="9839223" y="2764093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5E228D8-ACB6-3CDD-CAD8-55478F0B7808}"/>
              </a:ext>
            </a:extLst>
          </p:cNvPr>
          <p:cNvSpPr/>
          <p:nvPr/>
        </p:nvSpPr>
        <p:spPr>
          <a:xfrm>
            <a:off x="9828905" y="5042336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723B9F6-98C6-6426-8A18-A51B7B6504ED}"/>
              </a:ext>
            </a:extLst>
          </p:cNvPr>
          <p:cNvSpPr/>
          <p:nvPr/>
        </p:nvSpPr>
        <p:spPr>
          <a:xfrm>
            <a:off x="4749800" y="3790951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SET0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F92E5D3-8643-18E2-216A-5D67CBABF54D}"/>
              </a:ext>
            </a:extLst>
          </p:cNvPr>
          <p:cNvSpPr/>
          <p:nvPr/>
        </p:nvSpPr>
        <p:spPr>
          <a:xfrm>
            <a:off x="3908425" y="2332264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CLAER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1037BEE-FFEF-326A-38FC-AF8D6ACB8F1B}"/>
              </a:ext>
            </a:extLst>
          </p:cNvPr>
          <p:cNvSpPr/>
          <p:nvPr/>
        </p:nvSpPr>
        <p:spPr>
          <a:xfrm>
            <a:off x="2682875" y="4572907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RUN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55E0DBC-C8AE-CCED-242F-751D60BA289E}"/>
              </a:ext>
            </a:extLst>
          </p:cNvPr>
          <p:cNvSpPr/>
          <p:nvPr/>
        </p:nvSpPr>
        <p:spPr>
          <a:xfrm>
            <a:off x="4760912" y="5319032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SET1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D2E6D33-2279-CA8C-C44F-7CB022201521}"/>
              </a:ext>
            </a:extLst>
          </p:cNvPr>
          <p:cNvCxnSpPr>
            <a:cxnSpLocks/>
          </p:cNvCxnSpPr>
          <p:nvPr/>
        </p:nvCxnSpPr>
        <p:spPr>
          <a:xfrm>
            <a:off x="10549329" y="3862508"/>
            <a:ext cx="0" cy="1098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813DE1E-AF94-6F35-26EB-FF1388769BFA}"/>
              </a:ext>
            </a:extLst>
          </p:cNvPr>
          <p:cNvCxnSpPr>
            <a:cxnSpLocks/>
          </p:cNvCxnSpPr>
          <p:nvPr/>
        </p:nvCxnSpPr>
        <p:spPr>
          <a:xfrm flipV="1">
            <a:off x="10299899" y="3792769"/>
            <a:ext cx="0" cy="11682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710FDF8-DA6A-1BF1-8BAA-042E85E5C188}"/>
              </a:ext>
            </a:extLst>
          </p:cNvPr>
          <p:cNvCxnSpPr>
            <a:cxnSpLocks/>
          </p:cNvCxnSpPr>
          <p:nvPr/>
        </p:nvCxnSpPr>
        <p:spPr>
          <a:xfrm flipH="1">
            <a:off x="5121275" y="1865991"/>
            <a:ext cx="796925" cy="642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76498C2-4FA3-141C-80DC-5A51D588575F}"/>
              </a:ext>
            </a:extLst>
          </p:cNvPr>
          <p:cNvCxnSpPr>
            <a:cxnSpLocks/>
          </p:cNvCxnSpPr>
          <p:nvPr/>
        </p:nvCxnSpPr>
        <p:spPr>
          <a:xfrm flipV="1">
            <a:off x="6076950" y="2061711"/>
            <a:ext cx="3450234" cy="20549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C2A6812-AE5F-D495-7043-F256954359AA}"/>
              </a:ext>
            </a:extLst>
          </p:cNvPr>
          <p:cNvCxnSpPr>
            <a:cxnSpLocks/>
          </p:cNvCxnSpPr>
          <p:nvPr/>
        </p:nvCxnSpPr>
        <p:spPr>
          <a:xfrm flipV="1">
            <a:off x="6032104" y="2274877"/>
            <a:ext cx="3616619" cy="33006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77DC515-BE76-0F29-239F-03F0F9244FCF}"/>
              </a:ext>
            </a:extLst>
          </p:cNvPr>
          <p:cNvCxnSpPr>
            <a:cxnSpLocks/>
          </p:cNvCxnSpPr>
          <p:nvPr/>
        </p:nvCxnSpPr>
        <p:spPr>
          <a:xfrm>
            <a:off x="4914900" y="3270704"/>
            <a:ext cx="234950" cy="4785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62884CD-1050-641C-106F-0856F7AB015F}"/>
              </a:ext>
            </a:extLst>
          </p:cNvPr>
          <p:cNvCxnSpPr>
            <a:cxnSpLocks/>
          </p:cNvCxnSpPr>
          <p:nvPr/>
        </p:nvCxnSpPr>
        <p:spPr>
          <a:xfrm>
            <a:off x="5384800" y="4825094"/>
            <a:ext cx="0" cy="4460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74B0E08-936B-AB04-F27F-67C0A14A53BD}"/>
              </a:ext>
            </a:extLst>
          </p:cNvPr>
          <p:cNvCxnSpPr>
            <a:cxnSpLocks/>
          </p:cNvCxnSpPr>
          <p:nvPr/>
        </p:nvCxnSpPr>
        <p:spPr>
          <a:xfrm flipH="1" flipV="1">
            <a:off x="3854450" y="5365750"/>
            <a:ext cx="906462" cy="3991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FA07FC7-10C4-F450-94A6-B5CD6A43E7C6}"/>
              </a:ext>
            </a:extLst>
          </p:cNvPr>
          <p:cNvCxnSpPr>
            <a:cxnSpLocks/>
          </p:cNvCxnSpPr>
          <p:nvPr/>
        </p:nvCxnSpPr>
        <p:spPr>
          <a:xfrm flipV="1">
            <a:off x="3548063" y="3324678"/>
            <a:ext cx="572888" cy="12241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1DACDFF-951D-C862-F3CE-AEE7420FBCAE}"/>
              </a:ext>
            </a:extLst>
          </p:cNvPr>
          <p:cNvCxnSpPr>
            <a:cxnSpLocks/>
          </p:cNvCxnSpPr>
          <p:nvPr/>
        </p:nvCxnSpPr>
        <p:spPr>
          <a:xfrm flipH="1" flipV="1">
            <a:off x="5235179" y="2836414"/>
            <a:ext cx="4414439" cy="461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D0B37FC-072C-9AB6-1F74-B3CCD4DF387B}"/>
              </a:ext>
            </a:extLst>
          </p:cNvPr>
          <p:cNvCxnSpPr>
            <a:cxnSpLocks/>
          </p:cNvCxnSpPr>
          <p:nvPr/>
        </p:nvCxnSpPr>
        <p:spPr>
          <a:xfrm flipH="1">
            <a:off x="7138987" y="796921"/>
            <a:ext cx="519113" cy="4640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DDAC188-185E-F6FD-15EB-7AE90D5818D8}"/>
              </a:ext>
            </a:extLst>
          </p:cNvPr>
          <p:cNvSpPr txBox="1"/>
          <p:nvPr/>
        </p:nvSpPr>
        <p:spPr>
          <a:xfrm>
            <a:off x="7268369" y="559980"/>
            <a:ext cx="1434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RESET</a:t>
            </a:r>
            <a:endParaRPr lang="ko-KR" altLang="en-US" sz="1100" b="1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974F2D0C-3F78-C0F2-22A0-5459A05C48D5}"/>
              </a:ext>
            </a:extLst>
          </p:cNvPr>
          <p:cNvSpPr/>
          <p:nvPr/>
        </p:nvSpPr>
        <p:spPr>
          <a:xfrm>
            <a:off x="9802018" y="1275258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CLEAR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F6B2F23-AC34-3A4B-2352-F660C4ABD0A3}"/>
              </a:ext>
            </a:extLst>
          </p:cNvPr>
          <p:cNvCxnSpPr>
            <a:cxnSpLocks/>
          </p:cNvCxnSpPr>
          <p:nvPr/>
        </p:nvCxnSpPr>
        <p:spPr>
          <a:xfrm>
            <a:off x="10435330" y="2308311"/>
            <a:ext cx="0" cy="3998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0534822-085E-69D8-B71C-26CE09DB33BC}"/>
              </a:ext>
            </a:extLst>
          </p:cNvPr>
          <p:cNvSpPr txBox="1"/>
          <p:nvPr/>
        </p:nvSpPr>
        <p:spPr>
          <a:xfrm>
            <a:off x="8668047" y="4264180"/>
            <a:ext cx="16279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err="1"/>
              <a:t>Btn_RUN_STOP</a:t>
            </a:r>
            <a:r>
              <a:rPr lang="en-US" altLang="ko-KR" sz="1100" b="1" dirty="0"/>
              <a:t> = 1’b1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C487CC-4CCE-AB4A-8366-06314E068A3D}"/>
              </a:ext>
            </a:extLst>
          </p:cNvPr>
          <p:cNvSpPr txBox="1"/>
          <p:nvPr/>
        </p:nvSpPr>
        <p:spPr>
          <a:xfrm>
            <a:off x="2307036" y="3770538"/>
            <a:ext cx="1627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err="1"/>
              <a:t>Btn_CLEAR</a:t>
            </a:r>
            <a:r>
              <a:rPr lang="en-US" altLang="ko-KR" sz="900" b="1" dirty="0"/>
              <a:t> = 1’b1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F4E0DA-0231-913B-11A1-CFE7107F9227}"/>
              </a:ext>
            </a:extLst>
          </p:cNvPr>
          <p:cNvSpPr txBox="1"/>
          <p:nvPr/>
        </p:nvSpPr>
        <p:spPr>
          <a:xfrm>
            <a:off x="3908425" y="4859113"/>
            <a:ext cx="16279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err="1"/>
              <a:t>Btn_RUN_STOP</a:t>
            </a:r>
            <a:r>
              <a:rPr lang="en-US" altLang="ko-KR" sz="800" b="1" dirty="0"/>
              <a:t> = 1’b1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B19B16-2947-407E-F4A0-6456ECF36BB3}"/>
              </a:ext>
            </a:extLst>
          </p:cNvPr>
          <p:cNvSpPr txBox="1"/>
          <p:nvPr/>
        </p:nvSpPr>
        <p:spPr>
          <a:xfrm>
            <a:off x="3217468" y="5764892"/>
            <a:ext cx="16279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err="1"/>
              <a:t>Btn_RUN_STOP</a:t>
            </a:r>
            <a:r>
              <a:rPr lang="en-US" altLang="ko-KR" sz="800" b="1" dirty="0"/>
              <a:t> = 1’b1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73DDDD1-5889-37C4-9995-6695E5F39453}"/>
              </a:ext>
            </a:extLst>
          </p:cNvPr>
          <p:cNvSpPr txBox="1"/>
          <p:nvPr/>
        </p:nvSpPr>
        <p:spPr>
          <a:xfrm>
            <a:off x="10545455" y="4227977"/>
            <a:ext cx="16279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err="1"/>
              <a:t>Btn_RUN_STOP</a:t>
            </a:r>
            <a:r>
              <a:rPr lang="en-US" altLang="ko-KR" sz="1100" b="1" dirty="0"/>
              <a:t> = 1’b1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0043A570-2B56-3336-4C74-8737EE2DC838}"/>
              </a:ext>
            </a:extLst>
          </p:cNvPr>
          <p:cNvCxnSpPr>
            <a:cxnSpLocks/>
          </p:cNvCxnSpPr>
          <p:nvPr/>
        </p:nvCxnSpPr>
        <p:spPr>
          <a:xfrm>
            <a:off x="7370065" y="1532338"/>
            <a:ext cx="2111971" cy="1799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오른쪽으로 구부러진 화살표 32"/>
          <p:cNvSpPr/>
          <p:nvPr/>
        </p:nvSpPr>
        <p:spPr>
          <a:xfrm rot="10800000">
            <a:off x="11083030" y="1884858"/>
            <a:ext cx="1038009" cy="3728727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C1932C-E278-DB34-20F0-6AF9FC139EDB}"/>
              </a:ext>
            </a:extLst>
          </p:cNvPr>
          <p:cNvSpPr txBox="1"/>
          <p:nvPr/>
        </p:nvSpPr>
        <p:spPr>
          <a:xfrm>
            <a:off x="10700321" y="3238815"/>
            <a:ext cx="1627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err="1"/>
              <a:t>Btn_CLEAR</a:t>
            </a:r>
            <a:r>
              <a:rPr lang="en-US" altLang="ko-KR" sz="900" b="1" dirty="0"/>
              <a:t> = 1’b1</a:t>
            </a:r>
          </a:p>
        </p:txBody>
      </p:sp>
    </p:spTree>
    <p:extLst>
      <p:ext uri="{BB962C8B-B14F-4D97-AF65-F5344CB8AC3E}">
        <p14:creationId xmlns:p14="http://schemas.microsoft.com/office/powerpoint/2010/main" val="23946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B00F-05CA-7FF2-99C6-8E8A4199C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E5A66-0D64-4DF3-FBDF-7C8DBE08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3. FSM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BAC12A9-5A5A-8A9A-7F6F-C4A0E9760169}"/>
              </a:ext>
            </a:extLst>
          </p:cNvPr>
          <p:cNvSpPr/>
          <p:nvPr/>
        </p:nvSpPr>
        <p:spPr>
          <a:xfrm>
            <a:off x="5962650" y="1133476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IDLE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D2264ED-A5A3-C123-66B1-017AB203E82B}"/>
              </a:ext>
            </a:extLst>
          </p:cNvPr>
          <p:cNvSpPr/>
          <p:nvPr/>
        </p:nvSpPr>
        <p:spPr>
          <a:xfrm>
            <a:off x="9839223" y="2764093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788291E-B5DC-64A8-51CE-508BC91B7C42}"/>
              </a:ext>
            </a:extLst>
          </p:cNvPr>
          <p:cNvSpPr/>
          <p:nvPr/>
        </p:nvSpPr>
        <p:spPr>
          <a:xfrm>
            <a:off x="9828905" y="5042336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30CC736-2183-B748-B0C0-8AF0FB54486D}"/>
              </a:ext>
            </a:extLst>
          </p:cNvPr>
          <p:cNvSpPr/>
          <p:nvPr/>
        </p:nvSpPr>
        <p:spPr>
          <a:xfrm>
            <a:off x="4749800" y="3790951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SET0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30A4B85-0C2F-D9F3-3EF1-8201C2D0D8D3}"/>
              </a:ext>
            </a:extLst>
          </p:cNvPr>
          <p:cNvSpPr/>
          <p:nvPr/>
        </p:nvSpPr>
        <p:spPr>
          <a:xfrm>
            <a:off x="3908425" y="2332264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CLAER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B56F45C-172C-BF0B-D6D0-7F163484C8E6}"/>
              </a:ext>
            </a:extLst>
          </p:cNvPr>
          <p:cNvSpPr/>
          <p:nvPr/>
        </p:nvSpPr>
        <p:spPr>
          <a:xfrm>
            <a:off x="2682875" y="4572907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RUN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DD83029-7B29-2DE5-73B3-4FB57B549F46}"/>
              </a:ext>
            </a:extLst>
          </p:cNvPr>
          <p:cNvSpPr/>
          <p:nvPr/>
        </p:nvSpPr>
        <p:spPr>
          <a:xfrm>
            <a:off x="4760912" y="5319032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SET1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DABD155-47C9-4B6C-7B68-5E1686344A2F}"/>
              </a:ext>
            </a:extLst>
          </p:cNvPr>
          <p:cNvCxnSpPr>
            <a:cxnSpLocks/>
          </p:cNvCxnSpPr>
          <p:nvPr/>
        </p:nvCxnSpPr>
        <p:spPr>
          <a:xfrm>
            <a:off x="7370065" y="1532338"/>
            <a:ext cx="2111971" cy="1799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65C4C0C-DA52-9822-D13C-81068486E71C}"/>
              </a:ext>
            </a:extLst>
          </p:cNvPr>
          <p:cNvCxnSpPr>
            <a:cxnSpLocks/>
          </p:cNvCxnSpPr>
          <p:nvPr/>
        </p:nvCxnSpPr>
        <p:spPr>
          <a:xfrm>
            <a:off x="10549329" y="3862508"/>
            <a:ext cx="0" cy="1098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CABD5F-93A8-66DD-10DF-1A43F05015D1}"/>
              </a:ext>
            </a:extLst>
          </p:cNvPr>
          <p:cNvCxnSpPr>
            <a:cxnSpLocks/>
          </p:cNvCxnSpPr>
          <p:nvPr/>
        </p:nvCxnSpPr>
        <p:spPr>
          <a:xfrm flipV="1">
            <a:off x="10299899" y="3792769"/>
            <a:ext cx="0" cy="11682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897D18D-A238-584B-3B11-5E87E847C8B8}"/>
              </a:ext>
            </a:extLst>
          </p:cNvPr>
          <p:cNvCxnSpPr>
            <a:cxnSpLocks/>
          </p:cNvCxnSpPr>
          <p:nvPr/>
        </p:nvCxnSpPr>
        <p:spPr>
          <a:xfrm flipH="1">
            <a:off x="5121275" y="1865991"/>
            <a:ext cx="796925" cy="642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A398FA1-4D0F-94DA-519D-FCE2AD519AE8}"/>
              </a:ext>
            </a:extLst>
          </p:cNvPr>
          <p:cNvCxnSpPr>
            <a:cxnSpLocks/>
          </p:cNvCxnSpPr>
          <p:nvPr/>
        </p:nvCxnSpPr>
        <p:spPr>
          <a:xfrm flipV="1">
            <a:off x="6076950" y="2061711"/>
            <a:ext cx="3450234" cy="20549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98415C4-5CC2-379D-8ABE-C6988A764B5C}"/>
              </a:ext>
            </a:extLst>
          </p:cNvPr>
          <p:cNvCxnSpPr>
            <a:cxnSpLocks/>
          </p:cNvCxnSpPr>
          <p:nvPr/>
        </p:nvCxnSpPr>
        <p:spPr>
          <a:xfrm flipV="1">
            <a:off x="6032104" y="2274877"/>
            <a:ext cx="3616619" cy="33006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61AE2E59-0794-E36C-33A3-EFE61CDE0E28}"/>
              </a:ext>
            </a:extLst>
          </p:cNvPr>
          <p:cNvCxnSpPr>
            <a:cxnSpLocks/>
          </p:cNvCxnSpPr>
          <p:nvPr/>
        </p:nvCxnSpPr>
        <p:spPr>
          <a:xfrm>
            <a:off x="4914900" y="3270704"/>
            <a:ext cx="234950" cy="4785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05AFA58-0366-442C-DBEF-1DAEFE0B79D7}"/>
              </a:ext>
            </a:extLst>
          </p:cNvPr>
          <p:cNvCxnSpPr>
            <a:cxnSpLocks/>
          </p:cNvCxnSpPr>
          <p:nvPr/>
        </p:nvCxnSpPr>
        <p:spPr>
          <a:xfrm>
            <a:off x="5384800" y="4825094"/>
            <a:ext cx="0" cy="4460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2CED575-2532-6FFC-AA97-A71D50C23648}"/>
              </a:ext>
            </a:extLst>
          </p:cNvPr>
          <p:cNvCxnSpPr>
            <a:cxnSpLocks/>
          </p:cNvCxnSpPr>
          <p:nvPr/>
        </p:nvCxnSpPr>
        <p:spPr>
          <a:xfrm flipH="1" flipV="1">
            <a:off x="3854450" y="5365750"/>
            <a:ext cx="906462" cy="3991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8344D6C-B4D4-6645-B59B-C1B7695AC1E1}"/>
              </a:ext>
            </a:extLst>
          </p:cNvPr>
          <p:cNvCxnSpPr>
            <a:cxnSpLocks/>
          </p:cNvCxnSpPr>
          <p:nvPr/>
        </p:nvCxnSpPr>
        <p:spPr>
          <a:xfrm flipV="1">
            <a:off x="3548063" y="3324678"/>
            <a:ext cx="572888" cy="12241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097B4B8-0E07-F1C9-8BD5-5EBE9D2A7324}"/>
              </a:ext>
            </a:extLst>
          </p:cNvPr>
          <p:cNvCxnSpPr>
            <a:cxnSpLocks/>
          </p:cNvCxnSpPr>
          <p:nvPr/>
        </p:nvCxnSpPr>
        <p:spPr>
          <a:xfrm flipH="1" flipV="1">
            <a:off x="5235179" y="2836414"/>
            <a:ext cx="4414439" cy="461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A0150D1-F63F-2E1A-A566-5C3FD3565BEB}"/>
              </a:ext>
            </a:extLst>
          </p:cNvPr>
          <p:cNvSpPr txBox="1"/>
          <p:nvPr/>
        </p:nvSpPr>
        <p:spPr>
          <a:xfrm>
            <a:off x="7544594" y="1693192"/>
            <a:ext cx="14343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Btn_mode = 1’b1</a:t>
            </a:r>
          </a:p>
          <a:p>
            <a:pPr algn="ctr"/>
            <a:r>
              <a:rPr lang="en-US" altLang="ko-KR" sz="1100" b="1" dirty="0"/>
              <a:t>sw[1:0] = 2’b10</a:t>
            </a:r>
            <a:endParaRPr lang="ko-KR" altLang="en-US" sz="11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A81D94-845D-309B-21A1-C9789DF3195C}"/>
              </a:ext>
            </a:extLst>
          </p:cNvPr>
          <p:cNvSpPr txBox="1"/>
          <p:nvPr/>
        </p:nvSpPr>
        <p:spPr>
          <a:xfrm>
            <a:off x="4307681" y="1620162"/>
            <a:ext cx="16303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Btn_mode = 1’b1</a:t>
            </a:r>
          </a:p>
          <a:p>
            <a:pPr algn="ctr"/>
            <a:r>
              <a:rPr lang="en-US" altLang="ko-KR" sz="1100" b="1" dirty="0"/>
              <a:t>sw[1:0] = 2’b01</a:t>
            </a:r>
            <a:endParaRPr lang="ko-KR" altLang="en-US" sz="11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6E6D2D-6A04-6AC8-30EF-F491267A590B}"/>
              </a:ext>
            </a:extLst>
          </p:cNvPr>
          <p:cNvSpPr txBox="1"/>
          <p:nvPr/>
        </p:nvSpPr>
        <p:spPr>
          <a:xfrm>
            <a:off x="6034882" y="2441124"/>
            <a:ext cx="14343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Btn_mode = 1’b1</a:t>
            </a:r>
          </a:p>
          <a:p>
            <a:pPr algn="ctr"/>
            <a:r>
              <a:rPr lang="en-US" altLang="ko-KR" sz="1100" b="1" dirty="0"/>
              <a:t>sw[1:0] = 2’b01</a:t>
            </a:r>
            <a:endParaRPr lang="ko-KR" altLang="en-US" sz="1100" b="1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41600651-7A4C-7B40-B159-DE2C991B3081}"/>
              </a:ext>
            </a:extLst>
          </p:cNvPr>
          <p:cNvCxnSpPr>
            <a:cxnSpLocks/>
          </p:cNvCxnSpPr>
          <p:nvPr/>
        </p:nvCxnSpPr>
        <p:spPr>
          <a:xfrm flipH="1">
            <a:off x="7138987" y="796921"/>
            <a:ext cx="519113" cy="4640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D4D20C8-74B5-9CA1-4E22-E7919C46855D}"/>
              </a:ext>
            </a:extLst>
          </p:cNvPr>
          <p:cNvSpPr txBox="1"/>
          <p:nvPr/>
        </p:nvSpPr>
        <p:spPr>
          <a:xfrm>
            <a:off x="7268369" y="559980"/>
            <a:ext cx="1434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RESET</a:t>
            </a:r>
            <a:endParaRPr lang="ko-KR" altLang="en-US" sz="11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D0E3FA-9A2C-F644-1789-F07BCDBF747D}"/>
              </a:ext>
            </a:extLst>
          </p:cNvPr>
          <p:cNvSpPr txBox="1"/>
          <p:nvPr/>
        </p:nvSpPr>
        <p:spPr>
          <a:xfrm>
            <a:off x="5851922" y="3255163"/>
            <a:ext cx="1434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/>
              <a:t>Btn_mode = 1’b1</a:t>
            </a:r>
          </a:p>
          <a:p>
            <a:pPr algn="ctr"/>
            <a:r>
              <a:rPr lang="en-US" altLang="ko-KR" sz="900" b="1" dirty="0"/>
              <a:t>sw[1:0] = 2’b10</a:t>
            </a:r>
            <a:endParaRPr lang="ko-KR" altLang="en-US" sz="9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D70859-B238-5FAF-3CD3-6745C3CAE196}"/>
              </a:ext>
            </a:extLst>
          </p:cNvPr>
          <p:cNvSpPr txBox="1"/>
          <p:nvPr/>
        </p:nvSpPr>
        <p:spPr>
          <a:xfrm>
            <a:off x="6223794" y="4126942"/>
            <a:ext cx="1434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Btn_mode = 1’b1</a:t>
            </a:r>
          </a:p>
          <a:p>
            <a:pPr algn="ctr"/>
            <a:r>
              <a:rPr lang="en-US" altLang="ko-KR" sz="800" b="1" dirty="0"/>
              <a:t>sw[1:0] = 2’b10</a:t>
            </a:r>
            <a:endParaRPr lang="ko-KR" altLang="en-US" sz="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15B844-B455-E10C-15E7-BF1EDAE4C927}"/>
              </a:ext>
            </a:extLst>
          </p:cNvPr>
          <p:cNvSpPr txBox="1"/>
          <p:nvPr/>
        </p:nvSpPr>
        <p:spPr>
          <a:xfrm>
            <a:off x="1492250" y="1527622"/>
            <a:ext cx="195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 FULL_MODE</a:t>
            </a:r>
            <a:endParaRPr lang="ko-KR" altLang="en-US" b="1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B42E4C3-4B7C-E78C-4B7B-5AC9372EE617}"/>
              </a:ext>
            </a:extLst>
          </p:cNvPr>
          <p:cNvSpPr/>
          <p:nvPr/>
        </p:nvSpPr>
        <p:spPr>
          <a:xfrm>
            <a:off x="9802018" y="1275258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CLEAR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4B2ED7E-36F1-73C0-3538-A8157E7EBF6A}"/>
              </a:ext>
            </a:extLst>
          </p:cNvPr>
          <p:cNvCxnSpPr>
            <a:cxnSpLocks/>
          </p:cNvCxnSpPr>
          <p:nvPr/>
        </p:nvCxnSpPr>
        <p:spPr>
          <a:xfrm>
            <a:off x="10435330" y="2308311"/>
            <a:ext cx="0" cy="3998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2C9321E-CD3B-ECBF-8610-EB294DD5F9E5}"/>
              </a:ext>
            </a:extLst>
          </p:cNvPr>
          <p:cNvSpPr txBox="1"/>
          <p:nvPr/>
        </p:nvSpPr>
        <p:spPr>
          <a:xfrm>
            <a:off x="10545455" y="4227977"/>
            <a:ext cx="16279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Btn_RUN_STOP = 1’b1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1E4F65-471E-422D-5772-9E1F278EF8E6}"/>
              </a:ext>
            </a:extLst>
          </p:cNvPr>
          <p:cNvSpPr txBox="1"/>
          <p:nvPr/>
        </p:nvSpPr>
        <p:spPr>
          <a:xfrm>
            <a:off x="8668047" y="4264180"/>
            <a:ext cx="16279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Btn_RUN_STOP = 1’b1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8A430A-2B24-F072-07AB-BCE101D0011D}"/>
              </a:ext>
            </a:extLst>
          </p:cNvPr>
          <p:cNvSpPr txBox="1"/>
          <p:nvPr/>
        </p:nvSpPr>
        <p:spPr>
          <a:xfrm>
            <a:off x="2307036" y="3770538"/>
            <a:ext cx="1627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err="1"/>
              <a:t>Btn_CLEAR</a:t>
            </a:r>
            <a:r>
              <a:rPr lang="en-US" altLang="ko-KR" sz="900" b="1" dirty="0"/>
              <a:t> = 1’b1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C5B71A-967D-928A-F5E5-C3147A210950}"/>
              </a:ext>
            </a:extLst>
          </p:cNvPr>
          <p:cNvSpPr txBox="1"/>
          <p:nvPr/>
        </p:nvSpPr>
        <p:spPr>
          <a:xfrm>
            <a:off x="3908425" y="4859113"/>
            <a:ext cx="16279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Btn_RUN_STOP = 1’b1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E6D2EA-05DF-C16A-1C26-4E478BAF9336}"/>
              </a:ext>
            </a:extLst>
          </p:cNvPr>
          <p:cNvSpPr txBox="1"/>
          <p:nvPr/>
        </p:nvSpPr>
        <p:spPr>
          <a:xfrm>
            <a:off x="3217468" y="5764892"/>
            <a:ext cx="16279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Btn_RUN_STOP = 1’b1</a:t>
            </a:r>
          </a:p>
        </p:txBody>
      </p:sp>
      <p:sp>
        <p:nvSpPr>
          <p:cNvPr id="36" name="오른쪽으로 구부러진 화살표 35"/>
          <p:cNvSpPr/>
          <p:nvPr/>
        </p:nvSpPr>
        <p:spPr>
          <a:xfrm rot="10800000">
            <a:off x="11083030" y="1884858"/>
            <a:ext cx="1038009" cy="3728727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C1932C-E278-DB34-20F0-6AF9FC139EDB}"/>
              </a:ext>
            </a:extLst>
          </p:cNvPr>
          <p:cNvSpPr txBox="1"/>
          <p:nvPr/>
        </p:nvSpPr>
        <p:spPr>
          <a:xfrm>
            <a:off x="10700321" y="3238815"/>
            <a:ext cx="1627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err="1"/>
              <a:t>Btn_CLEAR</a:t>
            </a:r>
            <a:r>
              <a:rPr lang="en-US" altLang="ko-KR" sz="900" b="1" dirty="0"/>
              <a:t> = 1’b1</a:t>
            </a:r>
          </a:p>
        </p:txBody>
      </p:sp>
    </p:spTree>
    <p:extLst>
      <p:ext uri="{BB962C8B-B14F-4D97-AF65-F5344CB8AC3E}">
        <p14:creationId xmlns:p14="http://schemas.microsoft.com/office/powerpoint/2010/main" val="415481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29B29-9B60-673D-18A9-8EC9AFA8F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D39D3B-6CAF-20F8-A29E-C12559C7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8CCAC8-07C2-7758-2A44-80985CC479D7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CTRL_UNIT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EC6802-A071-4903-0307-E49034859955}"/>
              </a:ext>
            </a:extLst>
          </p:cNvPr>
          <p:cNvSpPr txBox="1"/>
          <p:nvPr/>
        </p:nvSpPr>
        <p:spPr>
          <a:xfrm>
            <a:off x="6959600" y="2197100"/>
            <a:ext cx="2736850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INPUT:</a:t>
            </a:r>
          </a:p>
          <a:p>
            <a:pPr lvl="1"/>
            <a:r>
              <a:rPr lang="en-US" altLang="ko-KR" dirty="0" err="1"/>
              <a:t>i_sw</a:t>
            </a:r>
            <a:r>
              <a:rPr lang="en-US" altLang="ko-KR" dirty="0"/>
              <a:t>[1:0]</a:t>
            </a:r>
          </a:p>
          <a:p>
            <a:pPr lvl="1"/>
            <a:r>
              <a:rPr lang="en-US" altLang="ko-KR" dirty="0" err="1"/>
              <a:t>i_mode_select</a:t>
            </a:r>
            <a:endParaRPr lang="en-US" altLang="ko-KR" dirty="0"/>
          </a:p>
          <a:p>
            <a:pPr lvl="1"/>
            <a:r>
              <a:rPr lang="en-US" altLang="ko-KR" dirty="0" err="1"/>
              <a:t>i_clear</a:t>
            </a:r>
            <a:endParaRPr lang="en-US" altLang="ko-KR" dirty="0"/>
          </a:p>
          <a:p>
            <a:pPr lvl="1"/>
            <a:r>
              <a:rPr lang="en-US" altLang="ko-KR" dirty="0" err="1"/>
              <a:t>i_run_stop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OUTPUT:</a:t>
            </a:r>
          </a:p>
          <a:p>
            <a:pPr lvl="1"/>
            <a:r>
              <a:rPr lang="en-US" altLang="ko-KR" dirty="0" err="1"/>
              <a:t>o_down_up</a:t>
            </a:r>
            <a:endParaRPr lang="en-US" altLang="ko-KR" dirty="0"/>
          </a:p>
          <a:p>
            <a:pPr lvl="1"/>
            <a:r>
              <a:rPr lang="en-US" altLang="ko-KR" dirty="0" err="1"/>
              <a:t>o_display_sel</a:t>
            </a:r>
            <a:endParaRPr lang="en-US" altLang="ko-KR" dirty="0"/>
          </a:p>
          <a:p>
            <a:pPr lvl="1"/>
            <a:r>
              <a:rPr lang="en-US" altLang="ko-KR" dirty="0" err="1"/>
              <a:t>o_read</a:t>
            </a:r>
            <a:endParaRPr lang="en-US" altLang="ko-KR" dirty="0"/>
          </a:p>
          <a:p>
            <a:pPr lvl="1"/>
            <a:r>
              <a:rPr lang="en-US" altLang="ko-KR" dirty="0" err="1"/>
              <a:t>o_run_stop</a:t>
            </a:r>
            <a:endParaRPr lang="en-US" altLang="ko-KR" dirty="0"/>
          </a:p>
          <a:p>
            <a:pPr lvl="1"/>
            <a:r>
              <a:rPr lang="en-US" altLang="ko-KR" dirty="0" err="1"/>
              <a:t>o_clear</a:t>
            </a:r>
            <a:endParaRPr lang="en-US" altLang="ko-KR" dirty="0"/>
          </a:p>
          <a:p>
            <a:pPr lvl="1"/>
            <a:r>
              <a:rPr lang="en-US" altLang="ko-KR" dirty="0" err="1"/>
              <a:t>o_display_sel</a:t>
            </a:r>
            <a:endParaRPr lang="en-US" altLang="ko-KR" dirty="0"/>
          </a:p>
        </p:txBody>
      </p:sp>
      <p:pic>
        <p:nvPicPr>
          <p:cNvPr id="7" name="그림 6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F2C168-341B-A840-EECB-36B4FAB20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432" y="1981200"/>
            <a:ext cx="3662279" cy="450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165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24D0-C786-B254-E75B-2C8A05C06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54A0FF-C791-A6B6-BCC5-D862BEC15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1AB0C1-253F-7679-A333-53FA48F4AD45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CTRL_UNIT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01E018-98AB-415C-F054-C81E828DF855}"/>
              </a:ext>
            </a:extLst>
          </p:cNvPr>
          <p:cNvSpPr txBox="1"/>
          <p:nvPr/>
        </p:nvSpPr>
        <p:spPr>
          <a:xfrm>
            <a:off x="6959600" y="2197100"/>
            <a:ext cx="2736850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INPUT:</a:t>
            </a:r>
          </a:p>
          <a:p>
            <a:pPr lvl="1"/>
            <a:r>
              <a:rPr lang="en-US" altLang="ko-KR" dirty="0" err="1"/>
              <a:t>i_sw</a:t>
            </a:r>
            <a:r>
              <a:rPr lang="en-US" altLang="ko-KR" dirty="0"/>
              <a:t>[1:0]</a:t>
            </a:r>
          </a:p>
          <a:p>
            <a:pPr lvl="1"/>
            <a:r>
              <a:rPr lang="en-US" altLang="ko-KR" dirty="0" err="1"/>
              <a:t>i_mode_select</a:t>
            </a:r>
            <a:endParaRPr lang="en-US" altLang="ko-KR" dirty="0"/>
          </a:p>
          <a:p>
            <a:pPr lvl="1"/>
            <a:r>
              <a:rPr lang="en-US" altLang="ko-KR" dirty="0" err="1"/>
              <a:t>i_clear</a:t>
            </a:r>
            <a:endParaRPr lang="en-US" altLang="ko-KR" dirty="0"/>
          </a:p>
          <a:p>
            <a:pPr lvl="1"/>
            <a:r>
              <a:rPr lang="en-US" altLang="ko-KR" dirty="0" err="1"/>
              <a:t>i_run_stop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OUTPUT:</a:t>
            </a:r>
          </a:p>
          <a:p>
            <a:pPr lvl="1"/>
            <a:r>
              <a:rPr lang="en-US" altLang="ko-KR" dirty="0" err="1"/>
              <a:t>o_down_up</a:t>
            </a:r>
            <a:endParaRPr lang="en-US" altLang="ko-KR" dirty="0"/>
          </a:p>
          <a:p>
            <a:pPr lvl="1"/>
            <a:r>
              <a:rPr lang="en-US" altLang="ko-KR" dirty="0" err="1"/>
              <a:t>o_display_sel</a:t>
            </a:r>
            <a:endParaRPr lang="en-US" altLang="ko-KR" dirty="0"/>
          </a:p>
          <a:p>
            <a:pPr lvl="1"/>
            <a:r>
              <a:rPr lang="en-US" altLang="ko-KR" dirty="0" err="1"/>
              <a:t>o_read</a:t>
            </a:r>
            <a:endParaRPr lang="en-US" altLang="ko-KR" dirty="0"/>
          </a:p>
          <a:p>
            <a:pPr lvl="1"/>
            <a:r>
              <a:rPr lang="en-US" altLang="ko-KR" dirty="0" err="1"/>
              <a:t>o_run_stop</a:t>
            </a:r>
            <a:endParaRPr lang="en-US" altLang="ko-KR" dirty="0"/>
          </a:p>
          <a:p>
            <a:pPr lvl="1"/>
            <a:r>
              <a:rPr lang="en-US" altLang="ko-KR" dirty="0" err="1"/>
              <a:t>o_clear</a:t>
            </a:r>
            <a:endParaRPr lang="en-US" altLang="ko-KR" dirty="0"/>
          </a:p>
          <a:p>
            <a:pPr lvl="1"/>
            <a:r>
              <a:rPr lang="en-US" altLang="ko-KR" dirty="0" err="1"/>
              <a:t>o_display_sel</a:t>
            </a:r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736F2D-25A5-0555-1F91-730966578A36}"/>
              </a:ext>
            </a:extLst>
          </p:cNvPr>
          <p:cNvSpPr/>
          <p:nvPr/>
        </p:nvSpPr>
        <p:spPr>
          <a:xfrm>
            <a:off x="6959600" y="2188028"/>
            <a:ext cx="2736850" cy="1641022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1F84A98-DCAC-49A8-8F58-4AC5C5B7E4D9}"/>
              </a:ext>
            </a:extLst>
          </p:cNvPr>
          <p:cNvCxnSpPr/>
          <p:nvPr/>
        </p:nvCxnSpPr>
        <p:spPr>
          <a:xfrm flipH="1">
            <a:off x="9696450" y="2811780"/>
            <a:ext cx="72771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B2ACF6F-1835-BC75-2566-194A09A2565B}"/>
              </a:ext>
            </a:extLst>
          </p:cNvPr>
          <p:cNvSpPr txBox="1"/>
          <p:nvPr/>
        </p:nvSpPr>
        <p:spPr>
          <a:xfrm>
            <a:off x="10748010" y="2506715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State </a:t>
            </a:r>
            <a:r>
              <a:rPr lang="ko-KR" altLang="en-US" dirty="0"/>
              <a:t>제어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3CBC01C-F258-9C3A-1E2E-F3A652176E8D}"/>
              </a:ext>
            </a:extLst>
          </p:cNvPr>
          <p:cNvCxnSpPr/>
          <p:nvPr/>
        </p:nvCxnSpPr>
        <p:spPr>
          <a:xfrm flipH="1">
            <a:off x="9696450" y="4869180"/>
            <a:ext cx="72771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779373E-2C21-4E75-2E2E-A286CBBA985F}"/>
              </a:ext>
            </a:extLst>
          </p:cNvPr>
          <p:cNvSpPr txBox="1"/>
          <p:nvPr/>
        </p:nvSpPr>
        <p:spPr>
          <a:xfrm>
            <a:off x="10477500" y="4546014"/>
            <a:ext cx="137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DATA_PATH </a:t>
            </a:r>
            <a:r>
              <a:rPr lang="ko-KR" altLang="en-US" dirty="0"/>
              <a:t>제어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044" y="2796185"/>
            <a:ext cx="4132743" cy="249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11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4FCFA-4378-E735-C5F2-32D868D11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44AD1-E32F-52C1-092C-BDE93BADC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D22BA-C6F0-7856-A3AE-8DC202B974A3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CTRL_UNIT</a:t>
            </a:r>
          </a:p>
        </p:txBody>
      </p:sp>
      <p:pic>
        <p:nvPicPr>
          <p:cNvPr id="8" name="그림 7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2B6851-337B-6D25-51CA-E8F21FAED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432" y="1981200"/>
            <a:ext cx="3662279" cy="45040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936AEA-080F-B433-CA61-B9941B1D5115}"/>
              </a:ext>
            </a:extLst>
          </p:cNvPr>
          <p:cNvSpPr txBox="1"/>
          <p:nvPr/>
        </p:nvSpPr>
        <p:spPr>
          <a:xfrm>
            <a:off x="5312055" y="2877734"/>
            <a:ext cx="13862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Counter(run/stop)</a:t>
            </a:r>
            <a:endParaRPr lang="ko-KR" alt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C89A63-C4DC-C9A4-DA62-F63E8D3EBBF7}"/>
              </a:ext>
            </a:extLst>
          </p:cNvPr>
          <p:cNvSpPr txBox="1"/>
          <p:nvPr/>
        </p:nvSpPr>
        <p:spPr>
          <a:xfrm>
            <a:off x="5391711" y="3218353"/>
            <a:ext cx="1567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[1] : </a:t>
            </a:r>
            <a:r>
              <a:rPr lang="en-US" altLang="ko-KR" sz="1100" dirty="0" err="1"/>
              <a:t>write_en</a:t>
            </a:r>
            <a:r>
              <a:rPr lang="en-US" altLang="ko-KR" sz="1100" dirty="0"/>
              <a:t>(hour/min)</a:t>
            </a:r>
          </a:p>
          <a:p>
            <a:r>
              <a:rPr lang="en-US" altLang="ko-KR" sz="1100" dirty="0"/>
              <a:t>[0]: </a:t>
            </a:r>
            <a:r>
              <a:rPr lang="en-US" altLang="ko-KR" sz="1100" dirty="0" err="1"/>
              <a:t>write_en</a:t>
            </a:r>
            <a:r>
              <a:rPr lang="en-US" altLang="ko-KR" sz="1100" dirty="0"/>
              <a:t>(sec/msec)</a:t>
            </a:r>
            <a:endParaRPr lang="ko-KR" alt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92F5B3-41C0-3CA1-9484-7C7324AD0786}"/>
              </a:ext>
            </a:extLst>
          </p:cNvPr>
          <p:cNvSpPr txBox="1"/>
          <p:nvPr/>
        </p:nvSpPr>
        <p:spPr>
          <a:xfrm>
            <a:off x="5232401" y="3742144"/>
            <a:ext cx="13862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/>
              <a:t>Read_en</a:t>
            </a:r>
            <a:r>
              <a:rPr lang="en-US" altLang="ko-KR" sz="1100" dirty="0"/>
              <a:t>(mem)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DC1A97-20DD-26EA-6686-EE9D4356AC75}"/>
              </a:ext>
            </a:extLst>
          </p:cNvPr>
          <p:cNvSpPr txBox="1"/>
          <p:nvPr/>
        </p:nvSpPr>
        <p:spPr>
          <a:xfrm>
            <a:off x="5312054" y="4210832"/>
            <a:ext cx="13862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Counter(run/stop)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DF0051-ADEC-D64E-93D1-BD3037174876}"/>
              </a:ext>
            </a:extLst>
          </p:cNvPr>
          <p:cNvSpPr txBox="1"/>
          <p:nvPr/>
        </p:nvSpPr>
        <p:spPr>
          <a:xfrm>
            <a:off x="5146953" y="4748564"/>
            <a:ext cx="13862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/>
              <a:t>Clear_mode</a:t>
            </a:r>
            <a:endParaRPr lang="ko-KR" alt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1B0E26-DCAA-38CB-6DF8-1700DB76B186}"/>
              </a:ext>
            </a:extLst>
          </p:cNvPr>
          <p:cNvSpPr txBox="1"/>
          <p:nvPr/>
        </p:nvSpPr>
        <p:spPr>
          <a:xfrm>
            <a:off x="5123282" y="5192345"/>
            <a:ext cx="13862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/>
              <a:t>Display_sel</a:t>
            </a:r>
            <a:endParaRPr lang="ko-KR" altLang="en-US" sz="1100" dirty="0"/>
          </a:p>
        </p:txBody>
      </p:sp>
      <p:pic>
        <p:nvPicPr>
          <p:cNvPr id="24" name="그림 23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2C3BD3-FB53-730C-DE21-442C033A1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480" y="2764796"/>
            <a:ext cx="3005925" cy="242754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EA12FF7-FD50-DA65-4EE2-74181F9DEF74}"/>
              </a:ext>
            </a:extLst>
          </p:cNvPr>
          <p:cNvSpPr txBox="1"/>
          <p:nvPr/>
        </p:nvSpPr>
        <p:spPr>
          <a:xfrm>
            <a:off x="5414012" y="6054395"/>
            <a:ext cx="13862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LED[1] : stopwatch</a:t>
            </a:r>
          </a:p>
          <a:p>
            <a:r>
              <a:rPr lang="en-US" altLang="ko-KR" sz="1100" dirty="0"/>
              <a:t>LED[0] : watch</a:t>
            </a:r>
            <a:endParaRPr lang="ko-KR" altLang="en-US" sz="11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F8D4E5C-A378-CF09-872F-6E846AC7984A}"/>
              </a:ext>
            </a:extLst>
          </p:cNvPr>
          <p:cNvCxnSpPr>
            <a:cxnSpLocks/>
          </p:cNvCxnSpPr>
          <p:nvPr/>
        </p:nvCxnSpPr>
        <p:spPr>
          <a:xfrm flipV="1">
            <a:off x="9912350" y="5147200"/>
            <a:ext cx="0" cy="302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896E01B-CB05-CD20-45F8-26C453738C7F}"/>
              </a:ext>
            </a:extLst>
          </p:cNvPr>
          <p:cNvSpPr txBox="1"/>
          <p:nvPr/>
        </p:nvSpPr>
        <p:spPr>
          <a:xfrm>
            <a:off x="8233180" y="2693068"/>
            <a:ext cx="147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DATA_PATH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6FF1346-7DCB-C580-A2C5-585362C38A72}"/>
              </a:ext>
            </a:extLst>
          </p:cNvPr>
          <p:cNvCxnSpPr/>
          <p:nvPr/>
        </p:nvCxnSpPr>
        <p:spPr>
          <a:xfrm flipH="1" flipV="1">
            <a:off x="6337300" y="5403850"/>
            <a:ext cx="3568700" cy="501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사각형: 둥근 한쪽 모서리 32">
            <a:extLst>
              <a:ext uri="{FF2B5EF4-FFF2-40B4-BE49-F238E27FC236}">
                <a16:creationId xmlns:a16="http://schemas.microsoft.com/office/drawing/2014/main" id="{E0574DDE-4BAD-53E8-4F66-4478689FA500}"/>
              </a:ext>
            </a:extLst>
          </p:cNvPr>
          <p:cNvSpPr/>
          <p:nvPr/>
        </p:nvSpPr>
        <p:spPr>
          <a:xfrm>
            <a:off x="7397750" y="5192345"/>
            <a:ext cx="790611" cy="414705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if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9506629" y="4856285"/>
            <a:ext cx="811441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1400" dirty="0" err="1"/>
              <a:t>mux_sel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03887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3D853-20B6-A806-8D10-4A600E28E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0A702-1F3C-065B-5E71-10A180B2E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641C9A-AB34-2A6B-E04E-B56DF887C07E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tick_count</a:t>
            </a:r>
            <a:r>
              <a:rPr lang="en-US" altLang="ko-KR" dirty="0"/>
              <a:t>)</a:t>
            </a:r>
          </a:p>
        </p:txBody>
      </p:sp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E84072-667A-AFD6-01EE-FD421734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2873828"/>
            <a:ext cx="4239217" cy="1562318"/>
          </a:xfrm>
          <a:prstGeom prst="rect">
            <a:avLst/>
          </a:prstGeom>
        </p:spPr>
      </p:pic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BBCD5F-373D-5454-42A2-655062AD1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4BB7956D-72BC-5F73-7888-AFB0E9740BF6}"/>
              </a:ext>
            </a:extLst>
          </p:cNvPr>
          <p:cNvSpPr/>
          <p:nvPr/>
        </p:nvSpPr>
        <p:spPr>
          <a:xfrm>
            <a:off x="9264650" y="256178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0343F7-FA90-5084-6F94-EC6C7C443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153" y="1213774"/>
            <a:ext cx="3308653" cy="517339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C9BEE5-78B5-CC1F-0970-9BBDD974CCF1}"/>
              </a:ext>
            </a:extLst>
          </p:cNvPr>
          <p:cNvSpPr/>
          <p:nvPr/>
        </p:nvSpPr>
        <p:spPr>
          <a:xfrm>
            <a:off x="5674153" y="3505200"/>
            <a:ext cx="3283253" cy="25154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69C3BC-B38A-4422-7429-F4A82D51C689}"/>
              </a:ext>
            </a:extLst>
          </p:cNvPr>
          <p:cNvSpPr txBox="1"/>
          <p:nvPr/>
        </p:nvSpPr>
        <p:spPr>
          <a:xfrm>
            <a:off x="1847686" y="4857397"/>
            <a:ext cx="258461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tick_gen</a:t>
            </a:r>
            <a:r>
              <a:rPr lang="en-US" altLang="ko-KR" b="1" dirty="0"/>
              <a:t>:</a:t>
            </a:r>
          </a:p>
          <a:p>
            <a:r>
              <a:rPr lang="en-US" altLang="ko-KR" dirty="0"/>
              <a:t>100hz </a:t>
            </a:r>
            <a:r>
              <a:rPr lang="ko-KR" altLang="en-US" dirty="0"/>
              <a:t>마다 </a:t>
            </a:r>
            <a:r>
              <a:rPr lang="en-US" altLang="ko-KR" dirty="0"/>
              <a:t>tick</a:t>
            </a:r>
            <a:r>
              <a:rPr lang="ko-KR" altLang="en-US" dirty="0"/>
              <a:t>을 출력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3212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58C2-ADCF-89F5-177D-19C2AAD2A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9E8E8A-714A-0834-5C2F-8FD720AE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770A0F-09F1-E919-5591-7B36B91E2EBA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tick_count</a:t>
            </a:r>
            <a:r>
              <a:rPr lang="en-US" altLang="ko-KR" dirty="0"/>
              <a:t>)</a:t>
            </a:r>
          </a:p>
        </p:txBody>
      </p:sp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AA1EC0-3687-BE34-F2B6-DB4C1C7F7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2873828"/>
            <a:ext cx="4239217" cy="1562318"/>
          </a:xfrm>
          <a:prstGeom prst="rect">
            <a:avLst/>
          </a:prstGeom>
        </p:spPr>
      </p:pic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E074F0-1432-76C5-5F54-D70836BBD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1DADF06-B931-AFEC-CBD6-E25F9CF57736}"/>
              </a:ext>
            </a:extLst>
          </p:cNvPr>
          <p:cNvSpPr/>
          <p:nvPr/>
        </p:nvSpPr>
        <p:spPr>
          <a:xfrm>
            <a:off x="9264650" y="256178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B0FD25-B253-487B-3C6D-162E96181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130" y="1130300"/>
            <a:ext cx="3067969" cy="56095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0E76F2-B4AF-949C-A07A-51B20A047AD0}"/>
              </a:ext>
            </a:extLst>
          </p:cNvPr>
          <p:cNvSpPr txBox="1"/>
          <p:nvPr/>
        </p:nvSpPr>
        <p:spPr>
          <a:xfrm>
            <a:off x="1581150" y="4857397"/>
            <a:ext cx="365125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tick_counter</a:t>
            </a:r>
            <a:r>
              <a:rPr lang="en-US" altLang="ko-KR" b="1" dirty="0"/>
              <a:t>:</a:t>
            </a:r>
          </a:p>
          <a:p>
            <a:r>
              <a:rPr lang="en-US" altLang="ko-KR" dirty="0" err="1"/>
              <a:t>run_stop</a:t>
            </a:r>
            <a:r>
              <a:rPr lang="ko-KR" altLang="en-US" dirty="0"/>
              <a:t>이 </a:t>
            </a:r>
            <a:r>
              <a:rPr lang="en-US" altLang="ko-KR" dirty="0"/>
              <a:t>1’b1</a:t>
            </a:r>
            <a:r>
              <a:rPr lang="ko-KR" altLang="en-US" dirty="0"/>
              <a:t>이고 </a:t>
            </a:r>
            <a:r>
              <a:rPr lang="en-US" altLang="ko-KR" dirty="0"/>
              <a:t>Tick</a:t>
            </a:r>
            <a:r>
              <a:rPr lang="ko-KR" altLang="en-US" dirty="0"/>
              <a:t> 발생 시</a:t>
            </a:r>
            <a:r>
              <a:rPr lang="en-US" altLang="ko-KR" dirty="0"/>
              <a:t>, counter  </a:t>
            </a:r>
            <a:r>
              <a:rPr lang="ko-KR" altLang="en-US" dirty="0"/>
              <a:t>동작</a:t>
            </a:r>
            <a:r>
              <a:rPr lang="en-US" altLang="ko-KR" dirty="0"/>
              <a:t>(up/down)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14E207-B6E5-9073-41C3-0F61A9391EFC}"/>
              </a:ext>
            </a:extLst>
          </p:cNvPr>
          <p:cNvSpPr/>
          <p:nvPr/>
        </p:nvSpPr>
        <p:spPr>
          <a:xfrm>
            <a:off x="6096000" y="3197786"/>
            <a:ext cx="2824830" cy="3260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553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629FD-F17B-C9F4-9E67-06172037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9C5FB-491D-C990-E4AD-FD1FC4D8E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2397C-0CE3-F5D1-A3E3-870A8D771FDB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setting_data</a:t>
            </a:r>
            <a:r>
              <a:rPr lang="en-US" altLang="ko-KR" dirty="0"/>
              <a:t>)</a:t>
            </a:r>
          </a:p>
        </p:txBody>
      </p:sp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DE6D25-3B5B-059D-CC53-E809B067F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5F9AF7CB-E6A5-2A90-F1ED-50A79C56D950}"/>
              </a:ext>
            </a:extLst>
          </p:cNvPr>
          <p:cNvSpPr/>
          <p:nvPr/>
        </p:nvSpPr>
        <p:spPr>
          <a:xfrm>
            <a:off x="9264650" y="554628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3598BA-251C-AFC7-621B-1DE7E0A91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600" y="1061357"/>
            <a:ext cx="3702050" cy="541652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460E09-6004-E7AC-24DD-7B056A2EB5B8}"/>
              </a:ext>
            </a:extLst>
          </p:cNvPr>
          <p:cNvSpPr/>
          <p:nvPr/>
        </p:nvSpPr>
        <p:spPr>
          <a:xfrm>
            <a:off x="5353050" y="5245100"/>
            <a:ext cx="3917950" cy="9842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B9B13B-219F-2192-D9DB-D732AE7CA594}"/>
              </a:ext>
            </a:extLst>
          </p:cNvPr>
          <p:cNvSpPr txBox="1"/>
          <p:nvPr/>
        </p:nvSpPr>
        <p:spPr>
          <a:xfrm>
            <a:off x="1039538" y="4857397"/>
            <a:ext cx="426271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Sw_to_bin</a:t>
            </a:r>
            <a:r>
              <a:rPr lang="en-US" altLang="ko-KR" b="1" dirty="0"/>
              <a:t>:</a:t>
            </a:r>
          </a:p>
          <a:p>
            <a:r>
              <a:rPr lang="en-US" altLang="ko-KR" dirty="0"/>
              <a:t>Hour/min/sec/msec </a:t>
            </a:r>
            <a:r>
              <a:rPr lang="ko-KR" altLang="en-US" dirty="0"/>
              <a:t>최대치</a:t>
            </a:r>
            <a:r>
              <a:rPr lang="en-US" altLang="ko-KR" dirty="0"/>
              <a:t>(24,60,60,99)</a:t>
            </a:r>
          </a:p>
          <a:p>
            <a:r>
              <a:rPr lang="ko-KR" altLang="en-US" dirty="0" err="1"/>
              <a:t>에</a:t>
            </a:r>
            <a:r>
              <a:rPr lang="ko-KR" altLang="en-US" dirty="0"/>
              <a:t> 대해 </a:t>
            </a:r>
            <a:r>
              <a:rPr lang="en-US" altLang="ko-KR" dirty="0"/>
              <a:t>overflow </a:t>
            </a:r>
            <a:r>
              <a:rPr lang="ko-KR" altLang="en-US" dirty="0"/>
              <a:t>처리</a:t>
            </a:r>
            <a:endParaRPr lang="en-US" altLang="ko-KR" dirty="0"/>
          </a:p>
        </p:txBody>
      </p:sp>
      <p:pic>
        <p:nvPicPr>
          <p:cNvPr id="21" name="그림 20" descr="텍스트, 도표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9325FC-0211-C354-5C31-24BF0EE0F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675" y="1806246"/>
            <a:ext cx="4079439" cy="2879604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1444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ACFA4-AC87-81AA-59E7-A0233C629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4C0AE0-5970-A267-AB42-DC7501C7B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226" y="2646579"/>
            <a:ext cx="4686954" cy="30007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B895C7D-0724-7F51-69E4-72D0F3144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A64EA2-6E15-9BC0-3960-773154F74C67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setting_data</a:t>
            </a:r>
            <a:r>
              <a:rPr lang="en-US" altLang="ko-KR" dirty="0"/>
              <a:t>)</a:t>
            </a:r>
          </a:p>
        </p:txBody>
      </p:sp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E830E0-520A-5F5E-CF48-2DF420376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F3610DB7-4C6C-9ACE-FF3F-47DC7DB14D11}"/>
              </a:ext>
            </a:extLst>
          </p:cNvPr>
          <p:cNvSpPr/>
          <p:nvPr/>
        </p:nvSpPr>
        <p:spPr>
          <a:xfrm>
            <a:off x="9264650" y="554628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37659C-9FE3-13F4-1545-6D2554831CEC}"/>
              </a:ext>
            </a:extLst>
          </p:cNvPr>
          <p:cNvSpPr/>
          <p:nvPr/>
        </p:nvSpPr>
        <p:spPr>
          <a:xfrm>
            <a:off x="6013450" y="3654850"/>
            <a:ext cx="4184730" cy="1766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887B8B-9A1A-BE8C-1A8A-CBB4FA3417F8}"/>
              </a:ext>
            </a:extLst>
          </p:cNvPr>
          <p:cNvSpPr txBox="1"/>
          <p:nvPr/>
        </p:nvSpPr>
        <p:spPr>
          <a:xfrm>
            <a:off x="1039538" y="4857397"/>
            <a:ext cx="407943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i_write_digit</a:t>
            </a:r>
            <a:r>
              <a:rPr lang="en-US" altLang="ko-KR" b="1" dirty="0"/>
              <a:t> == 2b’10: </a:t>
            </a:r>
          </a:p>
          <a:p>
            <a:r>
              <a:rPr lang="en-US" altLang="ko-KR" b="1" dirty="0"/>
              <a:t>	hour/min</a:t>
            </a:r>
            <a:r>
              <a:rPr lang="ko-KR" altLang="en-US" b="1" dirty="0"/>
              <a:t>에 대해 </a:t>
            </a:r>
            <a:r>
              <a:rPr lang="en-US" altLang="ko-KR" b="1" dirty="0"/>
              <a:t>write</a:t>
            </a:r>
          </a:p>
          <a:p>
            <a:r>
              <a:rPr lang="en-US" altLang="ko-KR" b="1" dirty="0" err="1"/>
              <a:t>i_write_digit</a:t>
            </a:r>
            <a:r>
              <a:rPr lang="en-US" altLang="ko-KR" b="1" dirty="0"/>
              <a:t> == 2b’10: </a:t>
            </a:r>
          </a:p>
          <a:p>
            <a:r>
              <a:rPr lang="en-US" altLang="ko-KR" b="1" dirty="0"/>
              <a:t>	sec/msec</a:t>
            </a:r>
            <a:r>
              <a:rPr lang="ko-KR" altLang="en-US" b="1" dirty="0"/>
              <a:t>에 대해 </a:t>
            </a:r>
            <a:r>
              <a:rPr lang="en-US" altLang="ko-KR" b="1" dirty="0"/>
              <a:t>write</a:t>
            </a:r>
          </a:p>
        </p:txBody>
      </p:sp>
      <p:pic>
        <p:nvPicPr>
          <p:cNvPr id="20" name="그림 19" descr="텍스트, 도표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77C4C6-018B-9DF7-C3D6-545907A4A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675" y="1806246"/>
            <a:ext cx="4079439" cy="2879604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3190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C6790-5DE5-5277-1DA3-3DB181E9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46F50-DBA3-2219-3A27-7199F1CAC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49E4E1-EF66-DB73-5293-0654094EE094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mem_rdata</a:t>
            </a:r>
            <a:r>
              <a:rPr lang="en-US" altLang="ko-KR" dirty="0"/>
              <a:t>)</a:t>
            </a:r>
          </a:p>
        </p:txBody>
      </p:sp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12D011-B9EF-47F4-7A93-4AB6A1D6A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840A1092-84D6-7064-9D3D-817EAB16F761}"/>
              </a:ext>
            </a:extLst>
          </p:cNvPr>
          <p:cNvSpPr/>
          <p:nvPr/>
        </p:nvSpPr>
        <p:spPr>
          <a:xfrm>
            <a:off x="9264650" y="926106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7B0583-1012-52DD-9BD8-5371201D3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280" y="1412878"/>
            <a:ext cx="3662212" cy="481977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69D4FA-1A1C-7F0F-31E9-6003BE8674CA}"/>
              </a:ext>
            </a:extLst>
          </p:cNvPr>
          <p:cNvSpPr/>
          <p:nvPr/>
        </p:nvSpPr>
        <p:spPr>
          <a:xfrm>
            <a:off x="5467350" y="2247900"/>
            <a:ext cx="3662211" cy="971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BE8FD1-4600-CCC6-B4BF-DB4A4F36B475}"/>
              </a:ext>
            </a:extLst>
          </p:cNvPr>
          <p:cNvSpPr txBox="1"/>
          <p:nvPr/>
        </p:nvSpPr>
        <p:spPr>
          <a:xfrm>
            <a:off x="831850" y="2449785"/>
            <a:ext cx="432522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i_clear</a:t>
            </a:r>
            <a:r>
              <a:rPr lang="en-US" altLang="ko-KR" b="1" dirty="0"/>
              <a:t>:</a:t>
            </a:r>
          </a:p>
          <a:p>
            <a:r>
              <a:rPr lang="en-US" altLang="ko-KR" b="1" dirty="0"/>
              <a:t>    mem </a:t>
            </a:r>
            <a:r>
              <a:rPr lang="ko-KR" altLang="en-US" b="1" dirty="0"/>
              <a:t>초기화</a:t>
            </a:r>
            <a:endParaRPr lang="en-US" altLang="ko-KR" b="1" dirty="0"/>
          </a:p>
        </p:txBody>
      </p:sp>
      <p:sp>
        <p:nvSpPr>
          <p:cNvPr id="13" name="직사각형 12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9440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C3AD6-E636-7FC7-79A8-8B4B5CBD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A7E0FD-23F5-897D-5346-F6CE570E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7BE52-BF87-961A-165C-CE738C10141F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mem_rdata</a:t>
            </a:r>
            <a:r>
              <a:rPr lang="en-US" altLang="ko-KR" dirty="0"/>
              <a:t>)</a:t>
            </a:r>
          </a:p>
        </p:txBody>
      </p:sp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EB95CD-73CD-0F61-BF12-CA175F7E5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290CDE94-DCA7-3C11-B7FC-BB6D2F97501E}"/>
              </a:ext>
            </a:extLst>
          </p:cNvPr>
          <p:cNvSpPr/>
          <p:nvPr/>
        </p:nvSpPr>
        <p:spPr>
          <a:xfrm>
            <a:off x="9264650" y="926106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AD435A-0199-71FA-F5DE-20B70EC04CD1}"/>
              </a:ext>
            </a:extLst>
          </p:cNvPr>
          <p:cNvSpPr txBox="1"/>
          <p:nvPr/>
        </p:nvSpPr>
        <p:spPr>
          <a:xfrm>
            <a:off x="831850" y="2449785"/>
            <a:ext cx="432522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i_clear</a:t>
            </a:r>
            <a:r>
              <a:rPr lang="en-US" altLang="ko-KR" b="1" dirty="0"/>
              <a:t>:</a:t>
            </a:r>
          </a:p>
          <a:p>
            <a:r>
              <a:rPr lang="en-US" altLang="ko-KR" b="1" dirty="0"/>
              <a:t>    mem </a:t>
            </a:r>
            <a:r>
              <a:rPr lang="ko-KR" altLang="en-US" b="1" dirty="0"/>
              <a:t>초기화</a:t>
            </a:r>
            <a:endParaRPr lang="en-US" altLang="ko-KR" b="1" dirty="0"/>
          </a:p>
        </p:txBody>
      </p:sp>
      <p:pic>
        <p:nvPicPr>
          <p:cNvPr id="10" name="그림 9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A9A2FD-8144-9780-9C91-60E64D9E6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280" y="1412878"/>
            <a:ext cx="3662212" cy="481977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F8189D-DE5F-AA4F-AA47-EEA1CAEFA91E}"/>
              </a:ext>
            </a:extLst>
          </p:cNvPr>
          <p:cNvSpPr/>
          <p:nvPr/>
        </p:nvSpPr>
        <p:spPr>
          <a:xfrm>
            <a:off x="5399281" y="3170690"/>
            <a:ext cx="3662211" cy="971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3E1B5-5972-4067-441B-2A4EF83832C3}"/>
              </a:ext>
            </a:extLst>
          </p:cNvPr>
          <p:cNvSpPr txBox="1"/>
          <p:nvPr/>
        </p:nvSpPr>
        <p:spPr>
          <a:xfrm>
            <a:off x="831850" y="3326949"/>
            <a:ext cx="432522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i_btn_select</a:t>
            </a:r>
            <a:r>
              <a:rPr lang="en-US" altLang="ko-KR" b="1" dirty="0"/>
              <a:t> &amp;&amp; (</a:t>
            </a:r>
            <a:r>
              <a:rPr lang="en-US" altLang="ko-KR" b="1" dirty="0" err="1"/>
              <a:t>i_write_digit</a:t>
            </a:r>
            <a:r>
              <a:rPr lang="en-US" altLang="ko-KR" b="1" dirty="0"/>
              <a:t> == 2’b11):</a:t>
            </a:r>
          </a:p>
          <a:p>
            <a:r>
              <a:rPr lang="en-US" altLang="ko-KR" b="1" dirty="0"/>
              <a:t>    mem[count]</a:t>
            </a:r>
            <a:r>
              <a:rPr lang="ko-KR" altLang="en-US" b="1" dirty="0"/>
              <a:t>은 </a:t>
            </a:r>
            <a:r>
              <a:rPr lang="en-US" altLang="ko-KR" b="1" dirty="0" err="1"/>
              <a:t>tick_counter</a:t>
            </a:r>
            <a:r>
              <a:rPr lang="en-US" altLang="ko-KR" b="1" dirty="0"/>
              <a:t> data</a:t>
            </a:r>
            <a:r>
              <a:rPr lang="ko-KR" altLang="en-US" b="1" dirty="0"/>
              <a:t>을 </a:t>
            </a:r>
            <a:r>
              <a:rPr lang="en-US" altLang="ko-KR" b="1" dirty="0"/>
              <a:t>write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2809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FA52B-CCEC-2143-65A2-B4726B97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BA6D1-799A-41A3-2C3D-805AC37AF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CD577-4AE3-1E31-A13E-F7E53B862D60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mem_rdata</a:t>
            </a:r>
            <a:r>
              <a:rPr lang="en-US" altLang="ko-KR" dirty="0"/>
              <a:t>)</a:t>
            </a:r>
          </a:p>
        </p:txBody>
      </p:sp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CEC0C8-61CB-8999-3103-AFBBE9A08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695D5719-AB69-4D90-BB09-46803649473B}"/>
              </a:ext>
            </a:extLst>
          </p:cNvPr>
          <p:cNvSpPr/>
          <p:nvPr/>
        </p:nvSpPr>
        <p:spPr>
          <a:xfrm>
            <a:off x="9264650" y="926106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CFCDDF-42A0-D7CC-418A-627A8F74B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280" y="1412878"/>
            <a:ext cx="3662212" cy="481977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10C6A4-8C37-38C1-AF59-3254ACD192B1}"/>
              </a:ext>
            </a:extLst>
          </p:cNvPr>
          <p:cNvSpPr/>
          <p:nvPr/>
        </p:nvSpPr>
        <p:spPr>
          <a:xfrm>
            <a:off x="5399280" y="4483100"/>
            <a:ext cx="3662211" cy="1373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BE783-0238-916A-8EDB-431DABEF431C}"/>
              </a:ext>
            </a:extLst>
          </p:cNvPr>
          <p:cNvSpPr txBox="1"/>
          <p:nvPr/>
        </p:nvSpPr>
        <p:spPr>
          <a:xfrm>
            <a:off x="831851" y="4846754"/>
            <a:ext cx="43252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i_btn_select</a:t>
            </a:r>
            <a:r>
              <a:rPr lang="en-US" altLang="ko-KR" b="1" dirty="0"/>
              <a:t> &amp;&amp; (</a:t>
            </a:r>
            <a:r>
              <a:rPr lang="en-US" altLang="ko-KR" b="1" dirty="0" err="1"/>
              <a:t>i_write_digit</a:t>
            </a:r>
            <a:r>
              <a:rPr lang="en-US" altLang="ko-KR" b="1" dirty="0"/>
              <a:t> == 2’b11):</a:t>
            </a:r>
          </a:p>
          <a:p>
            <a:r>
              <a:rPr lang="en-US" altLang="ko-KR" b="1" dirty="0"/>
              <a:t>       mem[count]</a:t>
            </a:r>
            <a:r>
              <a:rPr lang="ko-KR" altLang="en-US" b="1" dirty="0"/>
              <a:t>에 썼으면 </a:t>
            </a:r>
            <a:r>
              <a:rPr lang="en-US" altLang="ko-KR" b="1" dirty="0"/>
              <a:t>count + 1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45D84-7473-1757-5FAE-886F6C7AD892}"/>
              </a:ext>
            </a:extLst>
          </p:cNvPr>
          <p:cNvSpPr txBox="1"/>
          <p:nvPr/>
        </p:nvSpPr>
        <p:spPr>
          <a:xfrm>
            <a:off x="831850" y="2449785"/>
            <a:ext cx="432522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i_clear</a:t>
            </a:r>
            <a:r>
              <a:rPr lang="en-US" altLang="ko-KR" b="1" dirty="0"/>
              <a:t>:</a:t>
            </a:r>
          </a:p>
          <a:p>
            <a:r>
              <a:rPr lang="en-US" altLang="ko-KR" b="1" dirty="0"/>
              <a:t>    mem </a:t>
            </a:r>
            <a:r>
              <a:rPr lang="ko-KR" altLang="en-US" b="1" dirty="0"/>
              <a:t>초기화</a:t>
            </a:r>
            <a:endParaRPr lang="en-US" altLang="ko-KR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1ACBE8-3D80-FBA9-6FA5-57A9320A09AF}"/>
              </a:ext>
            </a:extLst>
          </p:cNvPr>
          <p:cNvSpPr txBox="1"/>
          <p:nvPr/>
        </p:nvSpPr>
        <p:spPr>
          <a:xfrm>
            <a:off x="831850" y="3326949"/>
            <a:ext cx="432522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i_btn_select</a:t>
            </a:r>
            <a:r>
              <a:rPr lang="en-US" altLang="ko-KR" b="1" dirty="0"/>
              <a:t> &amp;&amp; (</a:t>
            </a:r>
            <a:r>
              <a:rPr lang="en-US" altLang="ko-KR" b="1" dirty="0" err="1"/>
              <a:t>i_write_digit</a:t>
            </a:r>
            <a:r>
              <a:rPr lang="en-US" altLang="ko-KR" b="1" dirty="0"/>
              <a:t> == 2’b11):</a:t>
            </a:r>
          </a:p>
          <a:p>
            <a:r>
              <a:rPr lang="en-US" altLang="ko-KR" b="1" dirty="0"/>
              <a:t>    mem[count]</a:t>
            </a:r>
            <a:r>
              <a:rPr lang="ko-KR" altLang="en-US" b="1" dirty="0"/>
              <a:t>은 </a:t>
            </a:r>
            <a:r>
              <a:rPr lang="en-US" altLang="ko-KR" b="1" dirty="0" err="1"/>
              <a:t>tick_counter</a:t>
            </a:r>
            <a:r>
              <a:rPr lang="en-US" altLang="ko-KR" b="1" dirty="0"/>
              <a:t> data</a:t>
            </a:r>
            <a:r>
              <a:rPr lang="ko-KR" altLang="en-US" b="1" dirty="0"/>
              <a:t>을 </a:t>
            </a:r>
            <a:r>
              <a:rPr lang="en-US" altLang="ko-KR" b="1" dirty="0"/>
              <a:t>write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8516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268D0-AE9D-0481-046D-B10708F0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E9222-4E37-3BA1-3090-7DD2B2AA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31529-DF4C-93A7-C0F8-9FA46EB358F9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mem_rdata</a:t>
            </a:r>
            <a:r>
              <a:rPr lang="en-US" altLang="ko-KR" dirty="0"/>
              <a:t>)</a:t>
            </a:r>
          </a:p>
        </p:txBody>
      </p:sp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93B40E-0CD4-DC11-C0AD-C7BAD09F2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41D61E0D-41A0-9574-615B-9E3A22D17503}"/>
              </a:ext>
            </a:extLst>
          </p:cNvPr>
          <p:cNvSpPr/>
          <p:nvPr/>
        </p:nvSpPr>
        <p:spPr>
          <a:xfrm>
            <a:off x="9258300" y="1249956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076FEB-560A-3FE4-1EA7-9220A3271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640" y="2122714"/>
            <a:ext cx="4325559" cy="3420687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45111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C073B-06A1-683A-26C1-8D417C4E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8E78C-FA75-BD79-8EAC-15172B8B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2701D-4990-16D6-C09A-5C468A8E62B4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mux_sel</a:t>
            </a:r>
            <a:r>
              <a:rPr lang="en-US" altLang="ko-KR" dirty="0"/>
              <a:t>)</a:t>
            </a:r>
          </a:p>
        </p:txBody>
      </p:sp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2CBB18-5C3A-B8B4-152E-CFA89546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117516-2A1C-F43E-70BE-F908BB3F2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453" y="2872049"/>
            <a:ext cx="5913633" cy="27540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659CE3-0CC6-B304-1621-6360B4F007F4}"/>
              </a:ext>
            </a:extLst>
          </p:cNvPr>
          <p:cNvSpPr txBox="1"/>
          <p:nvPr/>
        </p:nvSpPr>
        <p:spPr>
          <a:xfrm>
            <a:off x="1543050" y="2743200"/>
            <a:ext cx="296545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i_display_sel</a:t>
            </a:r>
            <a:r>
              <a:rPr lang="en-US" altLang="ko-KR" dirty="0"/>
              <a:t> == 2’b10:</a:t>
            </a:r>
          </a:p>
          <a:p>
            <a:r>
              <a:rPr lang="en-US" altLang="ko-KR" dirty="0"/>
              <a:t>    state = </a:t>
            </a:r>
            <a:r>
              <a:rPr lang="en-US" altLang="ko-KR" dirty="0" err="1"/>
              <a:t>stopwatch_stop</a:t>
            </a:r>
            <a:endParaRPr lang="en-US" altLang="ko-KR" dirty="0"/>
          </a:p>
          <a:p>
            <a:r>
              <a:rPr lang="en-US" altLang="ko-KR" dirty="0"/>
              <a:t>Sw[5:3] on:</a:t>
            </a:r>
          </a:p>
          <a:p>
            <a:r>
              <a:rPr lang="en-US" altLang="ko-KR" dirty="0"/>
              <a:t>    Mem read</a:t>
            </a:r>
            <a:r>
              <a:rPr lang="ko-KR" altLang="en-US" dirty="0"/>
              <a:t> 값 </a:t>
            </a:r>
            <a:r>
              <a:rPr lang="en-US" altLang="ko-KR" dirty="0"/>
              <a:t>display</a:t>
            </a:r>
          </a:p>
          <a:p>
            <a:r>
              <a:rPr lang="en-US" altLang="ko-KR" dirty="0"/>
              <a:t>Sw[5:3] off:</a:t>
            </a:r>
          </a:p>
          <a:p>
            <a:r>
              <a:rPr lang="en-US" altLang="ko-KR" dirty="0"/>
              <a:t>     tick count </a:t>
            </a:r>
            <a:r>
              <a:rPr lang="ko-KR" altLang="en-US" dirty="0"/>
              <a:t>값 </a:t>
            </a:r>
            <a:r>
              <a:rPr lang="en-US" altLang="ko-KR" dirty="0"/>
              <a:t>display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DAE9CC7-8F8B-293B-7415-240A40F89506}"/>
              </a:ext>
            </a:extLst>
          </p:cNvPr>
          <p:cNvSpPr/>
          <p:nvPr/>
        </p:nvSpPr>
        <p:spPr>
          <a:xfrm>
            <a:off x="9879633" y="2005963"/>
            <a:ext cx="1805354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60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D934C-0848-3010-B5F0-1D7E9331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552FD-C227-09B8-2EEC-0CA1E3BEA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E7615-BD8D-E536-EF53-701123C67D19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FND_CTRL</a:t>
            </a:r>
          </a:p>
        </p:txBody>
      </p:sp>
      <p:pic>
        <p:nvPicPr>
          <p:cNvPr id="11" name="그림 10" descr="도표, 평면도, 기술 도면, 개략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9D0355-6D86-6620-79D8-48842198E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800" y="1621580"/>
            <a:ext cx="6345060" cy="453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12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17851-6398-7B09-318C-471C6873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5C8F66-A93C-5932-D013-AA2B17F6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DABF2-944D-705F-4850-DD0A428978EA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FND_CTRL(</a:t>
            </a:r>
            <a:r>
              <a:rPr lang="en-US" altLang="ko-KR" dirty="0" err="1"/>
              <a:t>dot_onoff</a:t>
            </a:r>
            <a:r>
              <a:rPr lang="en-US" altLang="ko-KR" dirty="0"/>
              <a:t>)</a:t>
            </a:r>
          </a:p>
        </p:txBody>
      </p:sp>
      <p:pic>
        <p:nvPicPr>
          <p:cNvPr id="3" name="그림 2" descr="텍스트, 도표, 폰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213064-22BF-FADA-AFCA-CF62E0A87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053" y="2391201"/>
            <a:ext cx="3799502" cy="2223879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7EA8E3-EA30-C7CD-BFD5-7825A8C9C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210" y="2652610"/>
            <a:ext cx="4153480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06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104C1-57EF-F858-B74C-643B36350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36A68-87E4-0113-4939-9FCD46D8C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AB446-9333-AECB-2118-CC3972B26724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FND_CTRL(</a:t>
            </a:r>
            <a:r>
              <a:rPr lang="en-US" altLang="ko-KR" dirty="0" err="1"/>
              <a:t>bcd</a:t>
            </a:r>
            <a:r>
              <a:rPr lang="en-US" altLang="ko-KR" dirty="0"/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7A9905-D19F-03F7-A27D-D368DA6936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"/>
          <a:stretch/>
        </p:blipFill>
        <p:spPr>
          <a:xfrm>
            <a:off x="8337550" y="210735"/>
            <a:ext cx="2901361" cy="4041963"/>
          </a:xfrm>
          <a:prstGeom prst="rect">
            <a:avLst/>
          </a:prstGeom>
        </p:spPr>
      </p:pic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A4889C-C54C-99F9-E60E-A80F902C0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198" y="2022479"/>
            <a:ext cx="2284847" cy="3796677"/>
          </a:xfrm>
          <a:prstGeom prst="rect">
            <a:avLst/>
          </a:prstGeom>
        </p:spPr>
      </p:pic>
      <p:pic>
        <p:nvPicPr>
          <p:cNvPr id="9" name="그림 8" descr="텍스트, 도표, 폰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04F39D-9B90-A189-E254-9AB88D0AD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596" y="4423386"/>
            <a:ext cx="3799502" cy="222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841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9A236-8506-68C4-2B9A-7B772E033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5855D5-61D5-4CD2-BEA2-238B0F119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81313-67F8-915B-A67C-48533B2382A8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FND_CTRL(</a:t>
            </a:r>
            <a:r>
              <a:rPr lang="en-US" altLang="ko-KR" dirty="0" err="1"/>
              <a:t>digit_splitter</a:t>
            </a:r>
            <a:r>
              <a:rPr lang="en-US" altLang="ko-KR" dirty="0"/>
              <a:t>)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F03B2F-F365-61B3-A788-9E661C2F2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324" y="2257256"/>
            <a:ext cx="4806350" cy="340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507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26DD3-0EC2-8A5C-9D38-15C12FF0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1B2D9-8719-0DC3-76EE-DFACA7F19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FA515-A3DD-1558-4BD8-2EEA3CE70B8C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FND_CTRL(MUX[</a:t>
            </a:r>
            <a:r>
              <a:rPr lang="en-US" altLang="ko-KR" dirty="0" err="1"/>
              <a:t>sel</a:t>
            </a:r>
            <a:r>
              <a:rPr lang="en-US" altLang="ko-KR" dirty="0"/>
              <a:t> = </a:t>
            </a:r>
            <a:r>
              <a:rPr lang="en-US" altLang="ko-KR" dirty="0" err="1"/>
              <a:t>i_write_digit</a:t>
            </a:r>
            <a:r>
              <a:rPr lang="en-US" altLang="ko-KR" dirty="0"/>
              <a:t>])</a:t>
            </a:r>
          </a:p>
        </p:txBody>
      </p:sp>
      <p:pic>
        <p:nvPicPr>
          <p:cNvPr id="9" name="그림 8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BBC900-A2FB-245C-15DA-628976120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972" y="3254330"/>
            <a:ext cx="5591955" cy="628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6FA696-E8B2-192B-C5D9-FAF7C1CA6300}"/>
              </a:ext>
            </a:extLst>
          </p:cNvPr>
          <p:cNvSpPr txBox="1"/>
          <p:nvPr/>
        </p:nvSpPr>
        <p:spPr>
          <a:xfrm>
            <a:off x="7099300" y="4400656"/>
            <a:ext cx="434975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Hour,min,sec,msec</a:t>
            </a:r>
            <a:r>
              <a:rPr lang="en-US" altLang="ko-KR" dirty="0"/>
              <a:t> MUX </a:t>
            </a:r>
            <a:r>
              <a:rPr lang="ko-KR" altLang="en-US" dirty="0"/>
              <a:t>제어하기 위함</a:t>
            </a:r>
            <a:endParaRPr lang="en-US" altLang="ko-KR" dirty="0"/>
          </a:p>
          <a:p>
            <a:r>
              <a:rPr lang="en-US" altLang="ko-KR" dirty="0"/>
              <a:t>TIME_SET</a:t>
            </a:r>
            <a:r>
              <a:rPr lang="ko-KR" altLang="en-US" dirty="0"/>
              <a:t>을 하는 모드에서 </a:t>
            </a:r>
            <a:endParaRPr lang="en-US" altLang="ko-KR" dirty="0"/>
          </a:p>
          <a:p>
            <a:r>
              <a:rPr lang="en-US" altLang="ko-KR" dirty="0"/>
              <a:t>user</a:t>
            </a:r>
            <a:r>
              <a:rPr lang="ko-KR" altLang="en-US" dirty="0"/>
              <a:t>가 입력 값을 </a:t>
            </a:r>
            <a:r>
              <a:rPr lang="en-US" altLang="ko-KR" dirty="0"/>
              <a:t>display</a:t>
            </a:r>
            <a:r>
              <a:rPr lang="ko-KR" altLang="en-US" dirty="0"/>
              <a:t>하기 위해 </a:t>
            </a:r>
            <a:r>
              <a:rPr lang="en-US" altLang="ko-KR" dirty="0" err="1"/>
              <a:t>i_write_digit</a:t>
            </a:r>
            <a:r>
              <a:rPr lang="ko-KR" altLang="en-US" dirty="0"/>
              <a:t>로 제어함</a:t>
            </a:r>
          </a:p>
        </p:txBody>
      </p:sp>
      <p:pic>
        <p:nvPicPr>
          <p:cNvPr id="12" name="그림 11" descr="도표, 평면도, 기술 도면, 개략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99AE06-3DC7-23DF-414A-A9FDCDAAA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942053"/>
            <a:ext cx="5429250" cy="3882030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A9B92971-FFE5-BAE5-2EB6-EF0F33A9C2E1}"/>
              </a:ext>
            </a:extLst>
          </p:cNvPr>
          <p:cNvSpPr/>
          <p:nvPr/>
        </p:nvSpPr>
        <p:spPr>
          <a:xfrm>
            <a:off x="1809750" y="4483206"/>
            <a:ext cx="914400" cy="7448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0039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259529" y="2691575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CEE435-607B-6043-D8BE-14DE1EA91353}"/>
              </a:ext>
            </a:extLst>
          </p:cNvPr>
          <p:cNvSpPr txBox="1"/>
          <p:nvPr/>
        </p:nvSpPr>
        <p:spPr>
          <a:xfrm>
            <a:off x="2291196" y="4401790"/>
            <a:ext cx="6096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watch set</a:t>
            </a:r>
            <a:r>
              <a:rPr lang="ko-KR" altLang="en-US" dirty="0"/>
              <a:t>의 </a:t>
            </a:r>
            <a:r>
              <a:rPr lang="en-US" altLang="ko-KR" dirty="0"/>
              <a:t>set data</a:t>
            </a:r>
            <a:r>
              <a:rPr lang="ko-KR" altLang="en-US" dirty="0"/>
              <a:t>가 잘 들어가는지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watch</a:t>
            </a:r>
            <a:r>
              <a:rPr lang="ko-KR" altLang="en-US" dirty="0"/>
              <a:t>가 </a:t>
            </a:r>
            <a:r>
              <a:rPr lang="en-US" altLang="ko-KR" dirty="0"/>
              <a:t>set data</a:t>
            </a:r>
            <a:r>
              <a:rPr lang="ko-KR" altLang="en-US" dirty="0"/>
              <a:t>부터 </a:t>
            </a:r>
            <a:r>
              <a:rPr lang="en-US" altLang="ko-KR" dirty="0"/>
              <a:t>count</a:t>
            </a:r>
            <a:r>
              <a:rPr lang="ko-KR" altLang="en-US" dirty="0"/>
              <a:t>하는지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90610-33B8-E0DF-D36A-1874992B8CC7}"/>
              </a:ext>
            </a:extLst>
          </p:cNvPr>
          <p:cNvSpPr txBox="1"/>
          <p:nvPr/>
        </p:nvSpPr>
        <p:spPr>
          <a:xfrm>
            <a:off x="2057400" y="22774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- stopwatch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49A1C2-9665-8CC9-62FF-5E4435BF5CD9}"/>
              </a:ext>
            </a:extLst>
          </p:cNvPr>
          <p:cNvSpPr txBox="1"/>
          <p:nvPr/>
        </p:nvSpPr>
        <p:spPr>
          <a:xfrm>
            <a:off x="2057400" y="39937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- watch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697621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60" y="2832932"/>
            <a:ext cx="11938761" cy="151090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240482" y="2113808"/>
            <a:ext cx="2185061" cy="3648694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4B0497-2B96-E668-DEEC-B9A8838EDA61}"/>
              </a:ext>
            </a:extLst>
          </p:cNvPr>
          <p:cNvSpPr txBox="1"/>
          <p:nvPr/>
        </p:nvSpPr>
        <p:spPr>
          <a:xfrm>
            <a:off x="5777429" y="277240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AE267-E50F-2B02-519C-6DB914EB5E93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stopwatch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EA4EA7-58F4-781F-19A9-DDB58738D0A2}"/>
              </a:ext>
            </a:extLst>
          </p:cNvPr>
          <p:cNvSpPr txBox="1"/>
          <p:nvPr/>
        </p:nvSpPr>
        <p:spPr>
          <a:xfrm>
            <a:off x="638276" y="2463600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Datapath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69FC9D-A8E6-A271-27AF-A3B212B894A5}"/>
              </a:ext>
            </a:extLst>
          </p:cNvPr>
          <p:cNvSpPr txBox="1"/>
          <p:nvPr/>
        </p:nvSpPr>
        <p:spPr>
          <a:xfrm>
            <a:off x="2243116" y="4683839"/>
            <a:ext cx="357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0.1sec</a:t>
            </a:r>
            <a:r>
              <a:rPr lang="ko-KR" altLang="en-US" dirty="0"/>
              <a:t>마다 </a:t>
            </a:r>
            <a:r>
              <a:rPr lang="en-US" altLang="ko-KR" dirty="0"/>
              <a:t>count </a:t>
            </a:r>
            <a:r>
              <a:rPr lang="ko-KR" altLang="en-US" dirty="0"/>
              <a:t>되는 것 을 확인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38D8EB-435A-D366-B68C-B1F23C144B6A}"/>
              </a:ext>
            </a:extLst>
          </p:cNvPr>
          <p:cNvSpPr/>
          <p:nvPr/>
        </p:nvSpPr>
        <p:spPr>
          <a:xfrm>
            <a:off x="1972211" y="1790642"/>
            <a:ext cx="334273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 : </a:t>
            </a:r>
            <a:r>
              <a:rPr lang="en-US" altLang="ko-KR" dirty="0" err="1"/>
              <a:t>stopwatch_run</a:t>
            </a:r>
            <a:r>
              <a:rPr lang="en-US" altLang="ko-KR" dirty="0"/>
              <a:t>(up)</a:t>
            </a:r>
          </a:p>
        </p:txBody>
      </p:sp>
    </p:spTree>
    <p:extLst>
      <p:ext uri="{BB962C8B-B14F-4D97-AF65-F5344CB8AC3E}">
        <p14:creationId xmlns:p14="http://schemas.microsoft.com/office/powerpoint/2010/main" val="39460684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06" y="2534608"/>
            <a:ext cx="10917174" cy="288647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09816" y="5584619"/>
            <a:ext cx="528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Msec</a:t>
            </a:r>
            <a:r>
              <a:rPr lang="ko-KR" altLang="en-US" dirty="0"/>
              <a:t>에서 </a:t>
            </a:r>
            <a:r>
              <a:rPr lang="en-US" altLang="ko-KR" dirty="0"/>
              <a:t>carry </a:t>
            </a:r>
            <a:r>
              <a:rPr lang="ko-KR" altLang="en-US" dirty="0"/>
              <a:t>발생 시 </a:t>
            </a:r>
            <a:r>
              <a:rPr lang="en-US" altLang="ko-KR" dirty="0"/>
              <a:t>sec</a:t>
            </a:r>
            <a:r>
              <a:rPr lang="ko-KR" altLang="en-US" dirty="0"/>
              <a:t>이 </a:t>
            </a:r>
            <a:r>
              <a:rPr lang="en-US" altLang="ko-KR" dirty="0"/>
              <a:t>count </a:t>
            </a:r>
            <a:r>
              <a:rPr lang="ko-KR" altLang="en-US" dirty="0"/>
              <a:t>되는 것을 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A048A7-4688-8ACF-EEB6-F06B16FD1C21}"/>
              </a:ext>
            </a:extLst>
          </p:cNvPr>
          <p:cNvSpPr txBox="1"/>
          <p:nvPr/>
        </p:nvSpPr>
        <p:spPr>
          <a:xfrm>
            <a:off x="5777429" y="277240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1ED97-DB79-7A2D-469E-9E31AAE1174C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stopwatch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6B222E-78E0-7BC1-80C9-EFFC107B1B10}"/>
              </a:ext>
            </a:extLst>
          </p:cNvPr>
          <p:cNvSpPr/>
          <p:nvPr/>
        </p:nvSpPr>
        <p:spPr>
          <a:xfrm>
            <a:off x="1972211" y="1790642"/>
            <a:ext cx="334273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 : </a:t>
            </a:r>
            <a:r>
              <a:rPr lang="en-US" altLang="ko-KR" dirty="0" err="1"/>
              <a:t>stopwatch_run</a:t>
            </a:r>
            <a:r>
              <a:rPr lang="en-US" altLang="ko-KR" dirty="0"/>
              <a:t>(up)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142E0B-5C8A-173D-A6DC-035C9503542E}"/>
              </a:ext>
            </a:extLst>
          </p:cNvPr>
          <p:cNvSpPr txBox="1"/>
          <p:nvPr/>
        </p:nvSpPr>
        <p:spPr>
          <a:xfrm>
            <a:off x="695426" y="2188028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Datapath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644460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"/>
          <a:stretch/>
        </p:blipFill>
        <p:spPr>
          <a:xfrm>
            <a:off x="10407992" y="2965507"/>
            <a:ext cx="1784008" cy="248534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95" y="2701633"/>
            <a:ext cx="9519294" cy="32508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92486" y="3290948"/>
            <a:ext cx="285008" cy="375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07478" y="3290947"/>
            <a:ext cx="285008" cy="375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7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55385" y="3290947"/>
            <a:ext cx="285008" cy="375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40393" y="3290947"/>
            <a:ext cx="285008" cy="375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203715" y="2523506"/>
            <a:ext cx="2185061" cy="3648694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106154" y="6252194"/>
            <a:ext cx="6710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Data_path</a:t>
            </a:r>
            <a:r>
              <a:rPr lang="en-US" altLang="ko-KR" dirty="0"/>
              <a:t> </a:t>
            </a:r>
            <a:r>
              <a:rPr lang="ko-KR" altLang="en-US" dirty="0"/>
              <a:t>시간이 </a:t>
            </a:r>
            <a:r>
              <a:rPr lang="en-US" altLang="ko-KR" dirty="0" err="1"/>
              <a:t>fnd_out</a:t>
            </a:r>
            <a:r>
              <a:rPr lang="ko-KR" altLang="en-US" dirty="0"/>
              <a:t>으로 정상적으로 보내지는 것을 확인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E82D3-8F6E-F560-FD61-4D8CAEF6558A}"/>
              </a:ext>
            </a:extLst>
          </p:cNvPr>
          <p:cNvSpPr txBox="1"/>
          <p:nvPr/>
        </p:nvSpPr>
        <p:spPr>
          <a:xfrm>
            <a:off x="5777429" y="277240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478F6D-FE24-A7E1-D641-E1C23EA112ED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stopwatch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81DCF13-1AFB-02FE-349D-0C2CA60709BD}"/>
              </a:ext>
            </a:extLst>
          </p:cNvPr>
          <p:cNvSpPr/>
          <p:nvPr/>
        </p:nvSpPr>
        <p:spPr>
          <a:xfrm>
            <a:off x="5460142" y="5450856"/>
            <a:ext cx="596900" cy="501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9858DB-6881-013D-81A6-5C202B18547F}"/>
              </a:ext>
            </a:extLst>
          </p:cNvPr>
          <p:cNvSpPr/>
          <p:nvPr/>
        </p:nvSpPr>
        <p:spPr>
          <a:xfrm>
            <a:off x="1972211" y="1790642"/>
            <a:ext cx="334273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 : </a:t>
            </a:r>
            <a:r>
              <a:rPr lang="en-US" altLang="ko-KR" dirty="0" err="1"/>
              <a:t>stopwatch_run</a:t>
            </a:r>
            <a:endParaRPr lang="en-US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ABE1DA-2468-B989-2EB1-59BE31EF7375}"/>
              </a:ext>
            </a:extLst>
          </p:cNvPr>
          <p:cNvSpPr txBox="1"/>
          <p:nvPr/>
        </p:nvSpPr>
        <p:spPr>
          <a:xfrm>
            <a:off x="700495" y="2347905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Datapath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026223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BA822-50E6-ADEA-5CB0-49B6C6FF6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1A08A-F37B-D6B9-F77A-6700E1A2A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CE7B87-DF04-17C1-86B7-8ADBA50868E3}"/>
              </a:ext>
            </a:extLst>
          </p:cNvPr>
          <p:cNvSpPr txBox="1"/>
          <p:nvPr/>
        </p:nvSpPr>
        <p:spPr>
          <a:xfrm>
            <a:off x="3133437" y="5987534"/>
            <a:ext cx="528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Down count</a:t>
            </a:r>
            <a:r>
              <a:rPr lang="ko-KR" altLang="en-US" dirty="0"/>
              <a:t> 동작을 하는 것을 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6733E-B454-8A48-041B-2C0894F4149A}"/>
              </a:ext>
            </a:extLst>
          </p:cNvPr>
          <p:cNvSpPr txBox="1"/>
          <p:nvPr/>
        </p:nvSpPr>
        <p:spPr>
          <a:xfrm>
            <a:off x="5777429" y="277240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3ABD5-332C-EE1A-2B93-9F66F240D810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stopwatch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8D830E4-8EB3-A395-F8B7-9FE9AD34390D}"/>
              </a:ext>
            </a:extLst>
          </p:cNvPr>
          <p:cNvSpPr/>
          <p:nvPr/>
        </p:nvSpPr>
        <p:spPr>
          <a:xfrm>
            <a:off x="1972211" y="1790642"/>
            <a:ext cx="334273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 : </a:t>
            </a:r>
            <a:r>
              <a:rPr lang="en-US" altLang="ko-KR" dirty="0" err="1"/>
              <a:t>stopwatch_run</a:t>
            </a:r>
            <a:r>
              <a:rPr lang="en-US" altLang="ko-KR" dirty="0"/>
              <a:t>(down)</a:t>
            </a:r>
          </a:p>
        </p:txBody>
      </p:sp>
      <p:pic>
        <p:nvPicPr>
          <p:cNvPr id="6" name="그림 5" descr="스크린샷, 디스플레이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A2DA43-9A18-A6A6-779F-E6063C0418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491"/>
          <a:stretch>
            <a:fillRect/>
          </a:stretch>
        </p:blipFill>
        <p:spPr>
          <a:xfrm>
            <a:off x="1071515" y="2719157"/>
            <a:ext cx="9901285" cy="29146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45FEFA-20F4-2727-B3B7-4B2642561801}"/>
              </a:ext>
            </a:extLst>
          </p:cNvPr>
          <p:cNvSpPr txBox="1"/>
          <p:nvPr/>
        </p:nvSpPr>
        <p:spPr>
          <a:xfrm>
            <a:off x="1182656" y="2372694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Datapath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075329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31" y="2459051"/>
            <a:ext cx="5877745" cy="3571880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6305550" y="2303812"/>
            <a:ext cx="17813" cy="3868388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7887937" y="2303812"/>
            <a:ext cx="17813" cy="3868388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/>
          <p:cNvSpPr/>
          <p:nvPr/>
        </p:nvSpPr>
        <p:spPr>
          <a:xfrm>
            <a:off x="5931477" y="5323115"/>
            <a:ext cx="2372095" cy="8490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B193B-06A1-ED13-829F-338457BDEC48}"/>
              </a:ext>
            </a:extLst>
          </p:cNvPr>
          <p:cNvSpPr txBox="1"/>
          <p:nvPr/>
        </p:nvSpPr>
        <p:spPr>
          <a:xfrm>
            <a:off x="5777429" y="277240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D88E0-7AAE-825B-8D5B-A51DF088B23F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stopwatch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0309B8-7D1B-3CB8-E6EB-54F220E8B708}"/>
              </a:ext>
            </a:extLst>
          </p:cNvPr>
          <p:cNvSpPr txBox="1"/>
          <p:nvPr/>
        </p:nvSpPr>
        <p:spPr>
          <a:xfrm>
            <a:off x="3536950" y="6172200"/>
            <a:ext cx="501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Btn_r</a:t>
            </a:r>
            <a:r>
              <a:rPr lang="ko-KR" altLang="en-US" dirty="0"/>
              <a:t>에 의한 </a:t>
            </a:r>
            <a:r>
              <a:rPr lang="en-US" altLang="ko-KR" dirty="0" err="1"/>
              <a:t>run_stop</a:t>
            </a:r>
            <a:r>
              <a:rPr lang="ko-KR" altLang="en-US" dirty="0"/>
              <a:t>이 잘 동작하는 것을 확인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E4ABC6-2C47-893A-22D3-D98DF9D78C10}"/>
              </a:ext>
            </a:extLst>
          </p:cNvPr>
          <p:cNvSpPr/>
          <p:nvPr/>
        </p:nvSpPr>
        <p:spPr>
          <a:xfrm>
            <a:off x="1972211" y="1790642"/>
            <a:ext cx="3815113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 : </a:t>
            </a:r>
            <a:r>
              <a:rPr lang="en-US" altLang="ko-KR" dirty="0" err="1"/>
              <a:t>stopwatch_stop</a:t>
            </a:r>
            <a:r>
              <a:rPr lang="en-US" altLang="ko-KR" dirty="0"/>
              <a:t> -&gt; run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stop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2777B-4AE3-EB1A-208F-133B15E938A9}"/>
              </a:ext>
            </a:extLst>
          </p:cNvPr>
          <p:cNvSpPr txBox="1"/>
          <p:nvPr/>
        </p:nvSpPr>
        <p:spPr>
          <a:xfrm>
            <a:off x="2657576" y="2161575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Datapath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56496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80" y="2513702"/>
            <a:ext cx="10221328" cy="36441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CA43C9-613C-C981-CA6D-A7114269700E}"/>
              </a:ext>
            </a:extLst>
          </p:cNvPr>
          <p:cNvSpPr txBox="1"/>
          <p:nvPr/>
        </p:nvSpPr>
        <p:spPr>
          <a:xfrm>
            <a:off x="5777429" y="277240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59D497-9F8E-D82F-9F52-3C4DEBD9D64D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stopwatch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978393-1E89-6FF2-E8B4-B7C05380FC5A}"/>
              </a:ext>
            </a:extLst>
          </p:cNvPr>
          <p:cNvSpPr/>
          <p:nvPr/>
        </p:nvSpPr>
        <p:spPr>
          <a:xfrm>
            <a:off x="1972211" y="1790642"/>
            <a:ext cx="334273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 : </a:t>
            </a:r>
            <a:r>
              <a:rPr lang="en-US" altLang="ko-KR" dirty="0" err="1"/>
              <a:t>stopwatch_run</a:t>
            </a:r>
            <a:endParaRPr lang="en-US" altLang="ko-KR" dirty="0"/>
          </a:p>
        </p:txBody>
      </p: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7D042246-4250-3712-0F94-01BC60F2EC04}"/>
              </a:ext>
            </a:extLst>
          </p:cNvPr>
          <p:cNvSpPr/>
          <p:nvPr/>
        </p:nvSpPr>
        <p:spPr>
          <a:xfrm>
            <a:off x="9989281" y="4004467"/>
            <a:ext cx="671551" cy="661988"/>
          </a:xfrm>
          <a:prstGeom prst="flowChartProcess">
            <a:avLst/>
          </a:prstGeom>
          <a:noFill/>
          <a:ln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8F67C8E-CDD6-FEFC-F810-247FE6986667}"/>
              </a:ext>
            </a:extLst>
          </p:cNvPr>
          <p:cNvCxnSpPr/>
          <p:nvPr/>
        </p:nvCxnSpPr>
        <p:spPr>
          <a:xfrm flipH="1">
            <a:off x="7801708" y="4625424"/>
            <a:ext cx="2082711" cy="66168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3154E62-37F0-BBA5-799F-C2B29BE529BC}"/>
              </a:ext>
            </a:extLst>
          </p:cNvPr>
          <p:cNvSpPr txBox="1"/>
          <p:nvPr/>
        </p:nvSpPr>
        <p:spPr>
          <a:xfrm>
            <a:off x="1773605" y="6128542"/>
            <a:ext cx="5016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i_Btn_selet</a:t>
            </a:r>
            <a:r>
              <a:rPr lang="en-US" altLang="ko-KR" dirty="0"/>
              <a:t>(</a:t>
            </a:r>
            <a:r>
              <a:rPr lang="en-US" altLang="ko-KR" dirty="0" err="1"/>
              <a:t>btn_d</a:t>
            </a:r>
            <a:r>
              <a:rPr lang="en-US" altLang="ko-KR" dirty="0"/>
              <a:t>)</a:t>
            </a:r>
            <a:r>
              <a:rPr lang="ko-KR" altLang="en-US" dirty="0"/>
              <a:t>가 </a:t>
            </a:r>
            <a:r>
              <a:rPr lang="en-US" altLang="ko-KR" dirty="0"/>
              <a:t>push</a:t>
            </a:r>
            <a:r>
              <a:rPr lang="ko-KR" altLang="en-US" dirty="0"/>
              <a:t> 일 때</a:t>
            </a:r>
            <a:r>
              <a:rPr lang="en-US" altLang="ko-KR" dirty="0"/>
              <a:t>, mem </a:t>
            </a:r>
            <a:r>
              <a:rPr lang="ko-KR" altLang="en-US" dirty="0"/>
              <a:t>에 </a:t>
            </a:r>
            <a:r>
              <a:rPr lang="en-US" altLang="ko-KR" dirty="0"/>
              <a:t>write </a:t>
            </a:r>
            <a:r>
              <a:rPr lang="ko-KR" altLang="en-US" dirty="0"/>
              <a:t>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936B16-6FB8-89D1-5667-9D0B0CCF545B}"/>
              </a:ext>
            </a:extLst>
          </p:cNvPr>
          <p:cNvSpPr txBox="1"/>
          <p:nvPr/>
        </p:nvSpPr>
        <p:spPr>
          <a:xfrm>
            <a:off x="1116480" y="2218880"/>
            <a:ext cx="1088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Datapath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146908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D7BBA-37FD-DE9D-C220-4BD0E563F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스크린샷, 디스플레이, 다채로움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84DC51-206A-9FE6-4BFF-9144AF5108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523"/>
          <a:stretch>
            <a:fillRect/>
          </a:stretch>
        </p:blipFill>
        <p:spPr>
          <a:xfrm>
            <a:off x="1574800" y="2131341"/>
            <a:ext cx="8178800" cy="376085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6DA4CF8-DEE7-25F0-C560-D7DBDE2C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E6B4D-C690-A2D4-9757-D7C1E2C64A28}"/>
              </a:ext>
            </a:extLst>
          </p:cNvPr>
          <p:cNvSpPr txBox="1"/>
          <p:nvPr/>
        </p:nvSpPr>
        <p:spPr>
          <a:xfrm>
            <a:off x="5777429" y="277240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16FC95-B3B1-10AF-6550-77E5E405E343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stopwatch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51C756-903D-FFB5-A55F-995EF782C5DE}"/>
              </a:ext>
            </a:extLst>
          </p:cNvPr>
          <p:cNvSpPr/>
          <p:nvPr/>
        </p:nvSpPr>
        <p:spPr>
          <a:xfrm>
            <a:off x="1972211" y="1790642"/>
            <a:ext cx="334273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 : </a:t>
            </a:r>
            <a:r>
              <a:rPr lang="en-US" altLang="ko-KR" dirty="0" err="1"/>
              <a:t>stopwatch_stop</a:t>
            </a:r>
            <a:r>
              <a:rPr lang="en-US" altLang="ko-KR" dirty="0"/>
              <a:t>(read)</a:t>
            </a:r>
          </a:p>
        </p:txBody>
      </p: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06F60D96-8C71-995E-DB6E-2D661A473217}"/>
              </a:ext>
            </a:extLst>
          </p:cNvPr>
          <p:cNvSpPr/>
          <p:nvPr/>
        </p:nvSpPr>
        <p:spPr>
          <a:xfrm>
            <a:off x="3855368" y="3632201"/>
            <a:ext cx="5898232" cy="640862"/>
          </a:xfrm>
          <a:prstGeom prst="flowChartProcess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783E51-75C2-4C5D-0461-1AAEBEE0A351}"/>
              </a:ext>
            </a:extLst>
          </p:cNvPr>
          <p:cNvSpPr txBox="1"/>
          <p:nvPr/>
        </p:nvSpPr>
        <p:spPr>
          <a:xfrm>
            <a:off x="1371600" y="6128542"/>
            <a:ext cx="7948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mem </a:t>
            </a:r>
            <a:r>
              <a:rPr lang="ko-KR" altLang="en-US" dirty="0"/>
              <a:t>값</a:t>
            </a:r>
            <a:r>
              <a:rPr lang="en-US" altLang="ko-KR" dirty="0"/>
              <a:t>0,0,0,1</a:t>
            </a:r>
            <a:r>
              <a:rPr lang="ko-KR" altLang="en-US" dirty="0"/>
              <a:t>와 </a:t>
            </a:r>
            <a:r>
              <a:rPr lang="en-US" altLang="ko-KR" dirty="0"/>
              <a:t>0,0,0,2</a:t>
            </a:r>
            <a:r>
              <a:rPr lang="ko-KR" altLang="en-US" dirty="0"/>
              <a:t>가 나가는 것을 확인</a:t>
            </a: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941A4AD1-4F67-602D-4D89-AA1E302DE28A}"/>
              </a:ext>
            </a:extLst>
          </p:cNvPr>
          <p:cNvSpPr/>
          <p:nvPr/>
        </p:nvSpPr>
        <p:spPr>
          <a:xfrm>
            <a:off x="7061200" y="5480050"/>
            <a:ext cx="1492250" cy="438150"/>
          </a:xfrm>
          <a:prstGeom prst="flowChartProcess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1606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 descr="스크린샷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050E9A-C1CF-BD0B-D041-00AC2D984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654" y="2557360"/>
            <a:ext cx="7482712" cy="367835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A1D14-37B7-49EF-1139-80F276F9891A}"/>
              </a:ext>
            </a:extLst>
          </p:cNvPr>
          <p:cNvSpPr txBox="1"/>
          <p:nvPr/>
        </p:nvSpPr>
        <p:spPr>
          <a:xfrm>
            <a:off x="5815446" y="249713"/>
            <a:ext cx="6096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watch set</a:t>
            </a:r>
            <a:r>
              <a:rPr lang="ko-KR" altLang="en-US" dirty="0"/>
              <a:t>의 </a:t>
            </a:r>
            <a:r>
              <a:rPr lang="en-US" altLang="ko-KR" dirty="0"/>
              <a:t>set data</a:t>
            </a:r>
            <a:r>
              <a:rPr lang="ko-KR" altLang="en-US" dirty="0"/>
              <a:t>가 잘 들어가는지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watch</a:t>
            </a:r>
            <a:r>
              <a:rPr lang="ko-KR" altLang="en-US" dirty="0"/>
              <a:t>가 </a:t>
            </a:r>
            <a:r>
              <a:rPr lang="en-US" altLang="ko-KR" dirty="0" err="1"/>
              <a:t>setdata</a:t>
            </a:r>
            <a:r>
              <a:rPr lang="ko-KR" altLang="en-US" dirty="0"/>
              <a:t>부터 </a:t>
            </a:r>
            <a:r>
              <a:rPr lang="en-US" altLang="ko-KR" dirty="0"/>
              <a:t>count</a:t>
            </a:r>
            <a:r>
              <a:rPr lang="ko-KR" altLang="en-US" dirty="0"/>
              <a:t>하는지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AEC970-E9E7-67F9-C877-FD06314190DF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watch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878D44-8B54-E780-E29D-A9AF936284F9}"/>
              </a:ext>
            </a:extLst>
          </p:cNvPr>
          <p:cNvSpPr/>
          <p:nvPr/>
        </p:nvSpPr>
        <p:spPr>
          <a:xfrm>
            <a:off x="1972212" y="1790642"/>
            <a:ext cx="380521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Watch_set</a:t>
            </a:r>
            <a:r>
              <a:rPr lang="en-US" altLang="ko-KR" dirty="0"/>
              <a:t> -&gt; </a:t>
            </a:r>
            <a:r>
              <a:rPr lang="en-US" altLang="ko-KR" dirty="0" err="1"/>
              <a:t>Watch_run</a:t>
            </a:r>
            <a:endParaRPr lang="en-US" altLang="ko-KR" dirty="0"/>
          </a:p>
          <a:p>
            <a:r>
              <a:rPr lang="en-US" altLang="ko-KR" dirty="0"/>
              <a:t>Set: 12</a:t>
            </a:r>
            <a:r>
              <a:rPr lang="ko-KR" altLang="en-US" dirty="0"/>
              <a:t>시</a:t>
            </a:r>
            <a:r>
              <a:rPr lang="en-US" altLang="ko-KR" dirty="0"/>
              <a:t>34</a:t>
            </a:r>
            <a:r>
              <a:rPr lang="ko-KR" altLang="en-US" dirty="0"/>
              <a:t>분 </a:t>
            </a:r>
            <a:endParaRPr lang="en-US" altLang="ko-KR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0046615-36F7-72E3-040F-1F09136017B6}"/>
              </a:ext>
            </a:extLst>
          </p:cNvPr>
          <p:cNvCxnSpPr>
            <a:cxnSpLocks/>
          </p:cNvCxnSpPr>
          <p:nvPr/>
        </p:nvCxnSpPr>
        <p:spPr>
          <a:xfrm>
            <a:off x="5277201" y="2379048"/>
            <a:ext cx="0" cy="4034974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D576DAD-C43B-9007-1F7A-EB1DBBA8A2AD}"/>
              </a:ext>
            </a:extLst>
          </p:cNvPr>
          <p:cNvSpPr/>
          <p:nvPr/>
        </p:nvSpPr>
        <p:spPr>
          <a:xfrm>
            <a:off x="5277200" y="5454122"/>
            <a:ext cx="4485165" cy="781588"/>
          </a:xfrm>
          <a:prstGeom prst="rect">
            <a:avLst/>
          </a:prstGeom>
          <a:noFill/>
          <a:ln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5967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en-US" altLang="ko-KR"/>
              <a:t>Simulation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490" y="2557360"/>
            <a:ext cx="7767825" cy="39371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3E8322-D9C7-B0D7-DD7D-8329783BB600}"/>
              </a:ext>
            </a:extLst>
          </p:cNvPr>
          <p:cNvSpPr txBox="1"/>
          <p:nvPr/>
        </p:nvSpPr>
        <p:spPr>
          <a:xfrm>
            <a:off x="5815446" y="249713"/>
            <a:ext cx="6096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watch set</a:t>
            </a:r>
            <a:r>
              <a:rPr lang="ko-KR" altLang="en-US" dirty="0"/>
              <a:t>의 </a:t>
            </a:r>
            <a:r>
              <a:rPr lang="en-US" altLang="ko-KR" dirty="0"/>
              <a:t>set data</a:t>
            </a:r>
            <a:r>
              <a:rPr lang="ko-KR" altLang="en-US" dirty="0"/>
              <a:t>가 잘 들어가는지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watch</a:t>
            </a:r>
            <a:r>
              <a:rPr lang="ko-KR" altLang="en-US" dirty="0"/>
              <a:t>가 </a:t>
            </a:r>
            <a:r>
              <a:rPr lang="en-US" altLang="ko-KR" dirty="0" err="1"/>
              <a:t>setdata</a:t>
            </a:r>
            <a:r>
              <a:rPr lang="ko-KR" altLang="en-US" dirty="0"/>
              <a:t>부터 </a:t>
            </a:r>
            <a:r>
              <a:rPr lang="en-US" altLang="ko-KR" dirty="0"/>
              <a:t>count</a:t>
            </a:r>
            <a:r>
              <a:rPr lang="ko-KR" altLang="en-US" dirty="0"/>
              <a:t>하는지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65E140-A9E7-D671-A428-707FCADDF71C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watch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F7D752-3C34-054B-14E3-797782FBC7EE}"/>
              </a:ext>
            </a:extLst>
          </p:cNvPr>
          <p:cNvSpPr/>
          <p:nvPr/>
        </p:nvSpPr>
        <p:spPr>
          <a:xfrm>
            <a:off x="4578350" y="5664366"/>
            <a:ext cx="5769965" cy="78158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EC907A-361A-C6D0-30A1-91940E542A29}"/>
              </a:ext>
            </a:extLst>
          </p:cNvPr>
          <p:cNvSpPr/>
          <p:nvPr/>
        </p:nvSpPr>
        <p:spPr>
          <a:xfrm>
            <a:off x="1972212" y="1790642"/>
            <a:ext cx="380521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Watch_set</a:t>
            </a:r>
            <a:r>
              <a:rPr lang="en-US" altLang="ko-KR" dirty="0"/>
              <a:t> -&gt; </a:t>
            </a:r>
            <a:r>
              <a:rPr lang="en-US" altLang="ko-KR" dirty="0" err="1"/>
              <a:t>Watch_run</a:t>
            </a:r>
            <a:endParaRPr lang="en-US" altLang="ko-KR" dirty="0"/>
          </a:p>
          <a:p>
            <a:r>
              <a:rPr lang="en-US" altLang="ko-KR" dirty="0"/>
              <a:t>Set: 12</a:t>
            </a:r>
            <a:r>
              <a:rPr lang="ko-KR" altLang="en-US" dirty="0"/>
              <a:t>시</a:t>
            </a:r>
            <a:r>
              <a:rPr lang="en-US" altLang="ko-KR" dirty="0"/>
              <a:t>34</a:t>
            </a:r>
            <a:r>
              <a:rPr lang="ko-KR" altLang="en-US" dirty="0"/>
              <a:t>분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01367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출처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0C6BE-0F03-48E1-57C9-2C902D330209}"/>
              </a:ext>
            </a:extLst>
          </p:cNvPr>
          <p:cNvSpPr txBox="1"/>
          <p:nvPr/>
        </p:nvSpPr>
        <p:spPr>
          <a:xfrm>
            <a:off x="1416049" y="1657350"/>
            <a:ext cx="9416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dirty="0" err="1"/>
              <a:t>Basys</a:t>
            </a:r>
            <a:r>
              <a:rPr lang="en-US" altLang="ko-KR" dirty="0"/>
              <a:t> 3 Reference Manual(FND </a:t>
            </a:r>
            <a:r>
              <a:rPr lang="ko-KR" altLang="en-US" dirty="0"/>
              <a:t>이미지</a:t>
            </a:r>
            <a:r>
              <a:rPr lang="en-US" altLang="ko-KR" dirty="0"/>
              <a:t>): https://digilent.com/reference/programmable-logic/basys-3/reference-manual</a:t>
            </a:r>
          </a:p>
        </p:txBody>
      </p:sp>
    </p:spTree>
    <p:extLst>
      <p:ext uri="{BB962C8B-B14F-4D97-AF65-F5344CB8AC3E}">
        <p14:creationId xmlns:p14="http://schemas.microsoft.com/office/powerpoint/2010/main" val="276171282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TM02900720[[fn=전체]]</Template>
  <TotalTime>1001</TotalTime>
  <Words>1744</Words>
  <Application>Microsoft Office PowerPoint</Application>
  <PresentationFormat>와이드스크린</PresentationFormat>
  <Paragraphs>413</Paragraphs>
  <Slides>48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48</vt:i4>
      </vt:variant>
    </vt:vector>
  </HeadingPairs>
  <TitlesOfParts>
    <vt:vector size="57" baseType="lpstr">
      <vt:lpstr>맑은 고딕</vt:lpstr>
      <vt:lpstr>Calibri</vt:lpstr>
      <vt:lpstr>Calibri Light</vt:lpstr>
      <vt:lpstr>Franklin Gothic Book</vt:lpstr>
      <vt:lpstr>Wingdings 2</vt:lpstr>
      <vt:lpstr>HDOfficeLightV0</vt:lpstr>
      <vt:lpstr>1_HDOfficeLightV0</vt:lpstr>
      <vt:lpstr>2_HDOfficeLightV0</vt:lpstr>
      <vt:lpstr>Crop</vt:lpstr>
      <vt:lpstr>UART + ASCII docder stopwatch/watch</vt:lpstr>
      <vt:lpstr>목차</vt:lpstr>
      <vt:lpstr>1. Introduction</vt:lpstr>
      <vt:lpstr>1. Introduction</vt:lpstr>
      <vt:lpstr>1. Introduction</vt:lpstr>
      <vt:lpstr>1. Introduction</vt:lpstr>
      <vt:lpstr>1. Introduction</vt:lpstr>
      <vt:lpstr>1. Introduction</vt:lpstr>
      <vt:lpstr>1. Introduction</vt:lpstr>
      <vt:lpstr>2. Block Diagram</vt:lpstr>
      <vt:lpstr>6. 고찰</vt:lpstr>
      <vt:lpstr>아래는 지우기</vt:lpstr>
      <vt:lpstr>2. Block Diagram</vt:lpstr>
      <vt:lpstr>2. Block Diagram</vt:lpstr>
      <vt:lpstr>2. Block Diagram</vt:lpstr>
      <vt:lpstr>2. Block Diagram</vt:lpstr>
      <vt:lpstr>2. Block Diagram</vt:lpstr>
      <vt:lpstr>3. FSM</vt:lpstr>
      <vt:lpstr>3. FSM</vt:lpstr>
      <vt:lpstr>3. FSM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5. Simulation</vt:lpstr>
      <vt:lpstr>5. Simulation</vt:lpstr>
      <vt:lpstr>5. Simulation</vt:lpstr>
      <vt:lpstr>5. Simulation</vt:lpstr>
      <vt:lpstr>5. Simulation</vt:lpstr>
      <vt:lpstr>5. Simulation</vt:lpstr>
      <vt:lpstr>5. Simulation</vt:lpstr>
      <vt:lpstr>5. simulation</vt:lpstr>
      <vt:lpstr>5. Simulation</vt:lpstr>
      <vt:lpstr>5. Simulation</vt:lpstr>
      <vt:lpstr>7. 출처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10000 counter 10hz 시뮬레이션</dc:title>
  <dc:creator>kccistc</dc:creator>
  <cp:lastModifiedBy>준형 이</cp:lastModifiedBy>
  <cp:revision>98</cp:revision>
  <dcterms:created xsi:type="dcterms:W3CDTF">2026-01-26T09:32:19Z</dcterms:created>
  <dcterms:modified xsi:type="dcterms:W3CDTF">2026-02-08T12:31:23Z</dcterms:modified>
</cp:coreProperties>
</file>