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57" r:id="rId5"/>
    <p:sldId id="261" r:id="rId6"/>
    <p:sldId id="258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7443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2395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2119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8694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93353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08831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3042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75741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5960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16447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08785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E75546-8575-4D9D-BEAF-A4B014C1EC31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6485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dirty="0" smtClean="0"/>
              <a:t>10000 counter</a:t>
            </a:r>
            <a:br>
              <a:rPr lang="en-US" altLang="ko-KR" dirty="0" smtClean="0"/>
            </a:br>
            <a:r>
              <a:rPr lang="en-US" altLang="ko-KR" dirty="0" smtClean="0"/>
              <a:t>10hz </a:t>
            </a:r>
            <a:r>
              <a:rPr lang="ko-KR" altLang="en-US" dirty="0" smtClean="0"/>
              <a:t>시뮬레이션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US" altLang="ko-KR" dirty="0" smtClean="0"/>
              <a:t>AI </a:t>
            </a:r>
            <a:r>
              <a:rPr lang="ko-KR" altLang="en-US" dirty="0" err="1" smtClean="0"/>
              <a:t>온디바이스</a:t>
            </a:r>
            <a:r>
              <a:rPr lang="ko-KR" altLang="en-US" dirty="0" smtClean="0"/>
              <a:t> 이준형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303817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module </a:t>
            </a:r>
            <a:r>
              <a:rPr lang="ko-KR" altLang="en-US" dirty="0" smtClean="0"/>
              <a:t>설계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313" y="2437584"/>
            <a:ext cx="6428533" cy="24787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56763" y="2939144"/>
            <a:ext cx="3776354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설계 목표</a:t>
            </a:r>
            <a:r>
              <a:rPr lang="en-US" altLang="ko-KR" dirty="0" smtClean="0"/>
              <a:t>:</a:t>
            </a:r>
          </a:p>
          <a:p>
            <a:r>
              <a:rPr lang="en-US" altLang="ko-KR" dirty="0" smtClean="0"/>
              <a:t>10hz</a:t>
            </a:r>
            <a:r>
              <a:rPr lang="ko-KR" altLang="en-US" dirty="0" smtClean="0"/>
              <a:t>주기의 </a:t>
            </a:r>
            <a:r>
              <a:rPr lang="en-US" altLang="ko-KR" dirty="0" smtClean="0"/>
              <a:t>counter</a:t>
            </a:r>
            <a:r>
              <a:rPr lang="ko-KR" altLang="en-US" dirty="0" smtClean="0"/>
              <a:t>을 만들고 </a:t>
            </a:r>
            <a:r>
              <a:rPr lang="en-US" altLang="ko-KR" dirty="0" smtClean="0"/>
              <a:t>1/10</a:t>
            </a:r>
            <a:r>
              <a:rPr lang="ko-KR" altLang="en-US" dirty="0" smtClean="0"/>
              <a:t>부터 </a:t>
            </a:r>
            <a:r>
              <a:rPr lang="en-US" altLang="ko-KR" dirty="0" smtClean="0"/>
              <a:t>10000</a:t>
            </a:r>
            <a:r>
              <a:rPr lang="ko-KR" altLang="en-US" dirty="0" smtClean="0"/>
              <a:t>진 카운트하여 </a:t>
            </a:r>
            <a:r>
              <a:rPr lang="en-US" altLang="ko-KR" dirty="0" err="1" smtClean="0"/>
              <a:t>fnd</a:t>
            </a:r>
            <a:r>
              <a:rPr lang="en-US" altLang="ko-KR" dirty="0" smtClean="0"/>
              <a:t> display</a:t>
            </a:r>
            <a:r>
              <a:rPr lang="ko-KR" altLang="en-US" dirty="0" smtClean="0"/>
              <a:t>에 </a:t>
            </a:r>
            <a:r>
              <a:rPr lang="en-US" altLang="ko-KR" dirty="0" smtClean="0"/>
              <a:t>counter </a:t>
            </a:r>
            <a:r>
              <a:rPr lang="ko-KR" altLang="en-US" dirty="0" smtClean="0"/>
              <a:t>값을 출력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605466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module </a:t>
            </a:r>
            <a:r>
              <a:rPr lang="ko-KR" altLang="en-US" dirty="0" smtClean="0"/>
              <a:t>설계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313" y="2437584"/>
            <a:ext cx="6428533" cy="24787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47113" y="3016333"/>
            <a:ext cx="5218216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 smtClean="0"/>
              <a:t>기존 </a:t>
            </a:r>
            <a:r>
              <a:rPr lang="en-US" altLang="ko-KR" dirty="0" err="1" smtClean="0"/>
              <a:t>clk</a:t>
            </a:r>
            <a:r>
              <a:rPr lang="en-US" altLang="ko-KR" dirty="0" smtClean="0"/>
              <a:t> </a:t>
            </a:r>
            <a:r>
              <a:rPr lang="ko-KR" altLang="en-US" dirty="0" smtClean="0"/>
              <a:t>주기</a:t>
            </a:r>
            <a:r>
              <a:rPr lang="en-US" altLang="ko-KR" dirty="0" smtClean="0"/>
              <a:t>100Mhz</a:t>
            </a:r>
            <a:r>
              <a:rPr lang="ko-KR" altLang="en-US" dirty="0" smtClean="0"/>
              <a:t>에서 </a:t>
            </a:r>
            <a:r>
              <a:rPr lang="en-US" altLang="ko-KR" dirty="0" smtClean="0"/>
              <a:t>10hz(100ms)</a:t>
            </a:r>
            <a:r>
              <a:rPr lang="ko-KR" altLang="en-US" dirty="0" smtClean="0"/>
              <a:t>의 주기로 변환하여 </a:t>
            </a:r>
            <a:r>
              <a:rPr lang="en-US" altLang="ko-KR" dirty="0" smtClean="0"/>
              <a:t>100ms</a:t>
            </a:r>
            <a:r>
              <a:rPr lang="ko-KR" altLang="en-US" dirty="0" smtClean="0"/>
              <a:t>마다 </a:t>
            </a:r>
            <a:r>
              <a:rPr lang="en-US" altLang="ko-KR" dirty="0" smtClean="0"/>
              <a:t>1tick</a:t>
            </a:r>
            <a:r>
              <a:rPr lang="ko-KR" altLang="en-US" dirty="0" smtClean="0"/>
              <a:t>을 발생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 smtClean="0"/>
              <a:t>tick </a:t>
            </a:r>
            <a:r>
              <a:rPr lang="ko-KR" altLang="en-US" dirty="0" smtClean="0"/>
              <a:t>발생을 카운터가 입력 </a:t>
            </a:r>
            <a:r>
              <a:rPr lang="en-US" altLang="ko-KR" dirty="0" smtClean="0"/>
              <a:t>10000</a:t>
            </a:r>
            <a:r>
              <a:rPr lang="ko-KR" altLang="en-US" dirty="0" smtClean="0"/>
              <a:t>번 </a:t>
            </a:r>
            <a:r>
              <a:rPr lang="ko-KR" altLang="en-US" dirty="0" err="1" smtClean="0"/>
              <a:t>카운팅</a:t>
            </a:r>
            <a:r>
              <a:rPr lang="ko-KR" altLang="en-US" dirty="0" smtClean="0"/>
              <a:t> 함</a:t>
            </a:r>
            <a:endParaRPr lang="en-US" altLang="ko-KR" dirty="0" smtClean="0"/>
          </a:p>
          <a:p>
            <a:pPr marL="342900" indent="-342900">
              <a:buAutoNum type="arabicPeriod"/>
            </a:pPr>
            <a:r>
              <a:rPr lang="en-US" altLang="ko-KR" dirty="0" err="1" smtClean="0"/>
              <a:t>fnd_data</a:t>
            </a:r>
            <a:r>
              <a:rPr lang="ko-KR" altLang="en-US" dirty="0" smtClean="0"/>
              <a:t>로 </a:t>
            </a:r>
            <a:r>
              <a:rPr lang="en-US" altLang="ko-KR" dirty="0" smtClean="0"/>
              <a:t>tick</a:t>
            </a:r>
            <a:r>
              <a:rPr lang="ko-KR" altLang="en-US" dirty="0" smtClean="0"/>
              <a:t>을 </a:t>
            </a:r>
            <a:r>
              <a:rPr lang="ko-KR" altLang="en-US" dirty="0" err="1" smtClean="0"/>
              <a:t>카운팅한</a:t>
            </a:r>
            <a:r>
              <a:rPr lang="ko-KR" altLang="en-US" dirty="0" smtClean="0"/>
              <a:t> 숫자를 출력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42917282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code – </a:t>
            </a:r>
            <a:r>
              <a:rPr lang="ko-KR" altLang="en-US" dirty="0" smtClean="0"/>
              <a:t>추가 설계</a:t>
            </a:r>
            <a:r>
              <a:rPr lang="en-US" altLang="ko-KR" dirty="0" smtClean="0"/>
              <a:t>(</a:t>
            </a:r>
            <a:r>
              <a:rPr lang="en-US" altLang="ko-KR" dirty="0" err="1" smtClean="0"/>
              <a:t>tick_generator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507679" y="1852550"/>
            <a:ext cx="2149433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Input:</a:t>
            </a:r>
          </a:p>
          <a:p>
            <a:pPr lvl="1"/>
            <a:r>
              <a:rPr lang="en-US" altLang="ko-KR" dirty="0" err="1" smtClean="0"/>
              <a:t>clk</a:t>
            </a:r>
            <a:r>
              <a:rPr lang="en-US" altLang="ko-KR" dirty="0" smtClean="0"/>
              <a:t>,</a:t>
            </a:r>
          </a:p>
          <a:p>
            <a:pPr lvl="1"/>
            <a:r>
              <a:rPr lang="en-US" altLang="ko-KR" dirty="0" smtClean="0"/>
              <a:t>reset</a:t>
            </a:r>
          </a:p>
          <a:p>
            <a:r>
              <a:rPr lang="en-US" altLang="ko-KR" dirty="0" smtClean="0"/>
              <a:t>Output:</a:t>
            </a:r>
          </a:p>
          <a:p>
            <a:pPr lvl="1"/>
            <a:r>
              <a:rPr lang="en-US" altLang="ko-KR" dirty="0" smtClean="0"/>
              <a:t>o_tick_10hz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507679" y="4010890"/>
            <a:ext cx="4846121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 smtClean="0"/>
              <a:t>내부 </a:t>
            </a:r>
            <a:r>
              <a:rPr lang="en-US" altLang="ko-KR" dirty="0" smtClean="0"/>
              <a:t>resister </a:t>
            </a:r>
            <a:r>
              <a:rPr lang="ko-KR" altLang="en-US" dirty="0" smtClean="0"/>
              <a:t>인 </a:t>
            </a:r>
            <a:r>
              <a:rPr lang="en-US" altLang="ko-KR" dirty="0" err="1" smtClean="0"/>
              <a:t>r_counte</a:t>
            </a:r>
            <a:r>
              <a:rPr lang="ko-KR" altLang="en-US" dirty="0" smtClean="0"/>
              <a:t>가 상승 </a:t>
            </a:r>
            <a:r>
              <a:rPr lang="en-US" altLang="ko-KR" dirty="0" smtClean="0"/>
              <a:t>edge </a:t>
            </a:r>
            <a:r>
              <a:rPr lang="en-US" altLang="ko-KR" dirty="0" err="1" smtClean="0"/>
              <a:t>clk</a:t>
            </a:r>
            <a:r>
              <a:rPr lang="ko-KR" altLang="en-US" dirty="0" smtClean="0"/>
              <a:t>에 의해 동작함</a:t>
            </a:r>
            <a:endParaRPr lang="en-US" altLang="ko-KR" dirty="0" smtClean="0"/>
          </a:p>
          <a:p>
            <a:pPr marL="342900" indent="-342900">
              <a:buAutoNum type="arabicPeriod"/>
            </a:pPr>
            <a:r>
              <a:rPr lang="en-US" altLang="ko-KR" dirty="0" err="1" smtClean="0"/>
              <a:t>r_counter</a:t>
            </a:r>
            <a:r>
              <a:rPr lang="ko-KR" altLang="en-US" dirty="0" smtClean="0"/>
              <a:t>는 </a:t>
            </a:r>
            <a:r>
              <a:rPr lang="en-US" altLang="ko-KR" dirty="0" smtClean="0"/>
              <a:t>reset</a:t>
            </a:r>
            <a:r>
              <a:rPr lang="ko-KR" altLang="en-US" dirty="0" smtClean="0"/>
              <a:t>이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이거나 </a:t>
            </a:r>
            <a:r>
              <a:rPr lang="en-US" altLang="ko-KR" dirty="0" err="1" smtClean="0"/>
              <a:t>r_counter</a:t>
            </a:r>
            <a:r>
              <a:rPr lang="en-US" altLang="ko-KR" dirty="0" smtClean="0"/>
              <a:t> </a:t>
            </a:r>
            <a:r>
              <a:rPr lang="ko-KR" altLang="en-US" dirty="0" smtClean="0"/>
              <a:t>값이 </a:t>
            </a:r>
            <a:r>
              <a:rPr lang="en-US" altLang="ko-KR" dirty="0" smtClean="0"/>
              <a:t>9,999,999</a:t>
            </a:r>
            <a:r>
              <a:rPr lang="ko-KR" altLang="en-US" dirty="0" smtClean="0"/>
              <a:t>일 때 </a:t>
            </a:r>
            <a:r>
              <a:rPr lang="en-US" altLang="ko-KR" dirty="0" smtClean="0"/>
              <a:t>0</a:t>
            </a:r>
            <a:r>
              <a:rPr lang="ko-KR" altLang="en-US" dirty="0" smtClean="0"/>
              <a:t>으로 초기화</a:t>
            </a:r>
            <a:endParaRPr lang="en-US" altLang="ko-KR" dirty="0" smtClean="0"/>
          </a:p>
          <a:p>
            <a:pPr marL="342900" indent="-342900">
              <a:buAutoNum type="arabicPeriod"/>
            </a:pPr>
            <a:r>
              <a:rPr lang="en-US" altLang="ko-KR" dirty="0" err="1" smtClean="0"/>
              <a:t>r_counter</a:t>
            </a:r>
            <a:r>
              <a:rPr lang="ko-KR" altLang="en-US" dirty="0" smtClean="0"/>
              <a:t>는 </a:t>
            </a:r>
            <a:r>
              <a:rPr lang="en-US" altLang="ko-KR" dirty="0" smtClean="0"/>
              <a:t>9,999,999</a:t>
            </a:r>
            <a:r>
              <a:rPr lang="ko-KR" altLang="en-US" dirty="0" smtClean="0"/>
              <a:t>일 때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의 신호를 </a:t>
            </a:r>
            <a:r>
              <a:rPr lang="en-US" altLang="ko-KR" dirty="0" smtClean="0"/>
              <a:t>1clk </a:t>
            </a:r>
            <a:r>
              <a:rPr lang="ko-KR" altLang="en-US" dirty="0" smtClean="0"/>
              <a:t>동안 출력</a:t>
            </a:r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1910" y="1492560"/>
            <a:ext cx="2789483" cy="4896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7651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code – </a:t>
            </a:r>
            <a:r>
              <a:rPr lang="ko-KR" altLang="en-US" dirty="0" smtClean="0"/>
              <a:t>추가 설계</a:t>
            </a:r>
            <a:r>
              <a:rPr lang="en-US" altLang="ko-KR" dirty="0" smtClean="0"/>
              <a:t>(counter_10000)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507679" y="1852550"/>
            <a:ext cx="2149433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Input:</a:t>
            </a:r>
          </a:p>
          <a:p>
            <a:pPr lvl="1"/>
            <a:r>
              <a:rPr lang="en-US" altLang="ko-KR" dirty="0" err="1" smtClean="0"/>
              <a:t>clk</a:t>
            </a:r>
            <a:r>
              <a:rPr lang="en-US" altLang="ko-KR" dirty="0" smtClean="0"/>
              <a:t>,</a:t>
            </a:r>
          </a:p>
          <a:p>
            <a:pPr lvl="1"/>
            <a:r>
              <a:rPr lang="en-US" altLang="ko-KR" dirty="0" smtClean="0"/>
              <a:t>reset,</a:t>
            </a:r>
          </a:p>
          <a:p>
            <a:pPr lvl="1"/>
            <a:r>
              <a:rPr lang="en-US" altLang="ko-KR" dirty="0" err="1" smtClean="0"/>
              <a:t>i_tick</a:t>
            </a:r>
            <a:endParaRPr lang="en-US" altLang="ko-KR" dirty="0" smtClean="0"/>
          </a:p>
          <a:p>
            <a:r>
              <a:rPr lang="en-US" altLang="ko-KR" dirty="0" smtClean="0"/>
              <a:t>Output:</a:t>
            </a:r>
          </a:p>
          <a:p>
            <a:pPr lvl="1"/>
            <a:r>
              <a:rPr lang="en-US" altLang="ko-KR" dirty="0" err="1" smtClean="0"/>
              <a:t>counter_out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507679" y="4010890"/>
            <a:ext cx="4846121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 smtClean="0"/>
              <a:t>내부 </a:t>
            </a:r>
            <a:r>
              <a:rPr lang="en-US" altLang="ko-KR" dirty="0" smtClean="0"/>
              <a:t>resister </a:t>
            </a:r>
            <a:r>
              <a:rPr lang="ko-KR" altLang="en-US" dirty="0" smtClean="0"/>
              <a:t>인 </a:t>
            </a:r>
            <a:r>
              <a:rPr lang="en-US" altLang="ko-KR" dirty="0" smtClean="0"/>
              <a:t>counter</a:t>
            </a:r>
            <a:r>
              <a:rPr lang="ko-KR" altLang="en-US" dirty="0" smtClean="0"/>
              <a:t>가 상승 </a:t>
            </a:r>
            <a:r>
              <a:rPr lang="en-US" altLang="ko-KR" dirty="0" smtClean="0"/>
              <a:t>edge </a:t>
            </a:r>
            <a:r>
              <a:rPr lang="en-US" altLang="ko-KR" dirty="0" err="1" smtClean="0"/>
              <a:t>clk</a:t>
            </a:r>
            <a:r>
              <a:rPr lang="ko-KR" altLang="en-US" dirty="0" smtClean="0"/>
              <a:t>에 의해 동작함</a:t>
            </a:r>
            <a:endParaRPr lang="en-US" altLang="ko-KR" dirty="0" smtClean="0"/>
          </a:p>
          <a:p>
            <a:pPr marL="342900" indent="-342900">
              <a:buAutoNum type="arabicPeriod"/>
            </a:pPr>
            <a:r>
              <a:rPr lang="en-US" altLang="ko-KR" dirty="0" smtClean="0"/>
              <a:t>counter</a:t>
            </a:r>
            <a:r>
              <a:rPr lang="ko-KR" altLang="en-US" dirty="0" smtClean="0"/>
              <a:t>는 </a:t>
            </a:r>
            <a:r>
              <a:rPr lang="en-US" altLang="ko-KR" dirty="0" smtClean="0"/>
              <a:t>reset</a:t>
            </a:r>
            <a:r>
              <a:rPr lang="ko-KR" altLang="en-US" dirty="0" smtClean="0"/>
              <a:t>이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이거나 </a:t>
            </a:r>
            <a:r>
              <a:rPr lang="en-US" altLang="ko-KR" dirty="0" smtClean="0"/>
              <a:t>counter </a:t>
            </a:r>
            <a:r>
              <a:rPr lang="ko-KR" altLang="en-US" dirty="0" smtClean="0"/>
              <a:t>값이 </a:t>
            </a:r>
            <a:r>
              <a:rPr lang="en-US" altLang="ko-KR" dirty="0" smtClean="0"/>
              <a:t>14’d9999</a:t>
            </a:r>
            <a:r>
              <a:rPr lang="ko-KR" altLang="en-US" dirty="0" smtClean="0"/>
              <a:t>일 때 </a:t>
            </a:r>
            <a:r>
              <a:rPr lang="en-US" altLang="ko-KR" dirty="0" smtClean="0"/>
              <a:t>0</a:t>
            </a:r>
            <a:r>
              <a:rPr lang="ko-KR" altLang="en-US" dirty="0" smtClean="0"/>
              <a:t>으로 초기화</a:t>
            </a:r>
            <a:endParaRPr lang="en-US" altLang="ko-KR" dirty="0" smtClean="0"/>
          </a:p>
          <a:p>
            <a:pPr marL="342900" indent="-342900">
              <a:buAutoNum type="arabicPeriod"/>
            </a:pPr>
            <a:r>
              <a:rPr lang="en-US" altLang="ko-KR" dirty="0" smtClean="0"/>
              <a:t>counter</a:t>
            </a:r>
            <a:r>
              <a:rPr lang="ko-KR" altLang="en-US" dirty="0" smtClean="0"/>
              <a:t>는 </a:t>
            </a:r>
            <a:r>
              <a:rPr lang="en-US" altLang="ko-KR" dirty="0" err="1" smtClean="0"/>
              <a:t>i_tick</a:t>
            </a:r>
            <a:r>
              <a:rPr lang="ko-KR" altLang="en-US" dirty="0" smtClean="0"/>
              <a:t>마다 </a:t>
            </a:r>
            <a:r>
              <a:rPr lang="en-US" altLang="ko-KR" dirty="0" smtClean="0"/>
              <a:t>1</a:t>
            </a:r>
            <a:r>
              <a:rPr lang="ko-KR" altLang="en-US" dirty="0" smtClean="0"/>
              <a:t>씩 증가함</a:t>
            </a:r>
            <a:endParaRPr lang="en-US" altLang="ko-KR" dirty="0" smtClean="0"/>
          </a:p>
          <a:p>
            <a:pPr marL="342900" indent="-342900">
              <a:buAutoNum type="arabicPeriod"/>
            </a:pPr>
            <a:r>
              <a:rPr lang="en-US" altLang="ko-KR" dirty="0" err="1" smtClean="0"/>
              <a:t>counte</a:t>
            </a:r>
            <a:r>
              <a:rPr lang="ko-KR" altLang="en-US" dirty="0" smtClean="0"/>
              <a:t>는 </a:t>
            </a:r>
            <a:r>
              <a:rPr lang="en-US" altLang="ko-KR" dirty="0" err="1" smtClean="0"/>
              <a:t>coungter_out</a:t>
            </a:r>
            <a:r>
              <a:rPr lang="ko-KR" altLang="en-US" dirty="0" smtClean="0"/>
              <a:t>으로 출력</a:t>
            </a:r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1654" y="1690688"/>
            <a:ext cx="3724795" cy="4696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1884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simulation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942" y="1585356"/>
            <a:ext cx="2592117" cy="491288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45825" y="2894134"/>
            <a:ext cx="5218216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Tx/>
              <a:buAutoNum type="arabicPeriod"/>
            </a:pPr>
            <a:r>
              <a:rPr lang="en-US" altLang="ko-KR" dirty="0" err="1" smtClean="0"/>
              <a:t>tick_generator</a:t>
            </a:r>
            <a:r>
              <a:rPr lang="ko-KR" altLang="en-US" dirty="0" smtClean="0"/>
              <a:t>가 </a:t>
            </a:r>
            <a:r>
              <a:rPr lang="en-US" altLang="ko-KR" dirty="0" smtClean="0"/>
              <a:t>100ms</a:t>
            </a:r>
            <a:r>
              <a:rPr lang="ko-KR" altLang="en-US" dirty="0" smtClean="0"/>
              <a:t>마다 </a:t>
            </a:r>
            <a:r>
              <a:rPr lang="en-US" altLang="ko-KR" dirty="0" smtClean="0"/>
              <a:t>1tick</a:t>
            </a:r>
            <a:r>
              <a:rPr lang="ko-KR" altLang="en-US" dirty="0" smtClean="0"/>
              <a:t>을 출력하는지 확인</a:t>
            </a:r>
            <a:endParaRPr lang="en-US" altLang="ko-KR" dirty="0" smtClean="0"/>
          </a:p>
          <a:p>
            <a:pPr marL="342900" indent="-342900">
              <a:buAutoNum type="arabicPeriod"/>
            </a:pPr>
            <a:r>
              <a:rPr lang="en-US" altLang="ko-KR" dirty="0" smtClean="0"/>
              <a:t>counter_10000</a:t>
            </a:r>
            <a:r>
              <a:rPr lang="ko-KR" altLang="en-US" dirty="0" smtClean="0"/>
              <a:t>이 </a:t>
            </a:r>
            <a:r>
              <a:rPr lang="en-US" altLang="ko-KR" dirty="0" smtClean="0"/>
              <a:t>tick</a:t>
            </a:r>
            <a:r>
              <a:rPr lang="ko-KR" altLang="en-US" dirty="0" smtClean="0"/>
              <a:t>에 의해 </a:t>
            </a:r>
            <a:r>
              <a:rPr lang="ko-KR" altLang="en-US" dirty="0" err="1" smtClean="0"/>
              <a:t>카운팅하고</a:t>
            </a:r>
            <a:r>
              <a:rPr lang="ko-KR" altLang="en-US" dirty="0" smtClean="0"/>
              <a:t> </a:t>
            </a:r>
            <a:r>
              <a:rPr lang="en-US" altLang="ko-KR" dirty="0" smtClean="0"/>
              <a:t>9999</a:t>
            </a:r>
            <a:r>
              <a:rPr lang="ko-KR" altLang="en-US" dirty="0" smtClean="0"/>
              <a:t>번 </a:t>
            </a:r>
            <a:r>
              <a:rPr lang="ko-KR" altLang="en-US" dirty="0" err="1" smtClean="0"/>
              <a:t>카운팅</a:t>
            </a:r>
            <a:r>
              <a:rPr lang="ko-KR" altLang="en-US" dirty="0" smtClean="0"/>
              <a:t> 동작하는지 확인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13994100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simulation(</a:t>
            </a:r>
            <a:r>
              <a:rPr lang="en-US" altLang="ko-KR" dirty="0" err="1" smtClean="0"/>
              <a:t>tick_generator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660" y="1538189"/>
            <a:ext cx="9869790" cy="20330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573480" y="3661922"/>
            <a:ext cx="80277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dirty="0" smtClean="0"/>
              <a:t>1clk</a:t>
            </a:r>
            <a:r>
              <a:rPr lang="ko-KR" altLang="en-US" dirty="0" smtClean="0"/>
              <a:t>마다 </a:t>
            </a:r>
            <a:r>
              <a:rPr lang="ko-KR" altLang="en-US" dirty="0" err="1" smtClean="0"/>
              <a:t>카운팅</a:t>
            </a:r>
            <a:r>
              <a:rPr lang="ko-KR" altLang="en-US" dirty="0" smtClean="0"/>
              <a:t> 되는 것을 확인</a:t>
            </a:r>
            <a:endParaRPr lang="en-US" altLang="ko-KR" dirty="0" smtClean="0"/>
          </a:p>
          <a:p>
            <a:pPr marL="342900" indent="-342900">
              <a:buAutoNum type="arabicPeriod"/>
            </a:pPr>
            <a:r>
              <a:rPr lang="en-US" altLang="ko-KR" dirty="0" smtClean="0"/>
              <a:t>9,999,999</a:t>
            </a:r>
            <a:r>
              <a:rPr lang="ko-KR" altLang="en-US" dirty="0" smtClean="0"/>
              <a:t>이후 다음 </a:t>
            </a:r>
            <a:r>
              <a:rPr lang="en-US" altLang="ko-KR" dirty="0" err="1" smtClean="0"/>
              <a:t>clk</a:t>
            </a:r>
            <a:r>
              <a:rPr lang="ko-KR" altLang="en-US" dirty="0" smtClean="0"/>
              <a:t>에 </a:t>
            </a:r>
            <a:r>
              <a:rPr lang="en-US" altLang="ko-KR" dirty="0" smtClean="0"/>
              <a:t>0</a:t>
            </a:r>
            <a:r>
              <a:rPr lang="ko-KR" altLang="en-US" dirty="0" smtClean="0"/>
              <a:t>으로 초기화하는 것을 확인</a:t>
            </a:r>
            <a:endParaRPr lang="en-US" altLang="ko-KR" dirty="0" smtClean="0"/>
          </a:p>
          <a:p>
            <a:pPr marL="342900" indent="-342900">
              <a:buAutoNum type="arabicPeriod"/>
            </a:pPr>
            <a:r>
              <a:rPr lang="en-US" altLang="ko-KR" dirty="0" smtClean="0"/>
              <a:t>9,999,999</a:t>
            </a:r>
            <a:r>
              <a:rPr lang="ko-KR" altLang="en-US" dirty="0" smtClean="0"/>
              <a:t>이후 </a:t>
            </a:r>
            <a:r>
              <a:rPr lang="en-US" altLang="ko-KR" dirty="0" smtClean="0"/>
              <a:t>1clk</a:t>
            </a:r>
            <a:r>
              <a:rPr lang="ko-KR" altLang="en-US" dirty="0" smtClean="0"/>
              <a:t>동안 </a:t>
            </a:r>
            <a:r>
              <a:rPr lang="en-US" altLang="ko-KR" dirty="0"/>
              <a:t>1</a:t>
            </a:r>
            <a:r>
              <a:rPr lang="ko-KR" altLang="en-US" dirty="0" smtClean="0"/>
              <a:t>을 출력하는 것을 확인 </a:t>
            </a:r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6423" y="4675978"/>
            <a:ext cx="8816264" cy="166480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630256" y="6340780"/>
            <a:ext cx="8027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4.   100ms </a:t>
            </a:r>
            <a:r>
              <a:rPr lang="ko-KR" altLang="en-US" dirty="0" smtClean="0"/>
              <a:t>마다 </a:t>
            </a:r>
            <a:r>
              <a:rPr lang="en-US" altLang="ko-KR" dirty="0" smtClean="0"/>
              <a:t>tick</a:t>
            </a:r>
            <a:r>
              <a:rPr lang="ko-KR" altLang="en-US" dirty="0" smtClean="0"/>
              <a:t>을 발생하는 것을 확인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42241685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simulation(conuter_10000)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9448" y="1690688"/>
            <a:ext cx="2303364" cy="4043082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6541" y="1775012"/>
            <a:ext cx="2322212" cy="3982461"/>
          </a:xfrm>
          <a:prstGeom prst="rect">
            <a:avLst/>
          </a:prstGeom>
        </p:spPr>
      </p:pic>
      <p:sp>
        <p:nvSpPr>
          <p:cNvPr id="5" name="오른쪽 화살표 4"/>
          <p:cNvSpPr/>
          <p:nvPr/>
        </p:nvSpPr>
        <p:spPr>
          <a:xfrm>
            <a:off x="5103906" y="3281082"/>
            <a:ext cx="1057836" cy="60511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6466541" y="1756429"/>
            <a:ext cx="2303364" cy="3693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2378872" y="1690688"/>
            <a:ext cx="2303364" cy="3693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139576" y="5757473"/>
            <a:ext cx="75901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couter_10000</a:t>
            </a:r>
            <a:r>
              <a:rPr lang="ko-KR" altLang="en-US" dirty="0" smtClean="0"/>
              <a:t>는 실제 시간에 영향을 받지 않는 모듈이며 오직 </a:t>
            </a:r>
            <a:r>
              <a:rPr lang="en-US" altLang="ko-KR" dirty="0" smtClean="0"/>
              <a:t>tick</a:t>
            </a:r>
            <a:r>
              <a:rPr lang="ko-KR" altLang="en-US" dirty="0" smtClean="0"/>
              <a:t>에 의해서 값이 변하는 모듈이기 때문에 </a:t>
            </a:r>
            <a:endParaRPr lang="en-US" altLang="ko-KR" dirty="0" smtClean="0"/>
          </a:p>
          <a:p>
            <a:r>
              <a:rPr lang="en-US" altLang="ko-KR" dirty="0" smtClean="0"/>
              <a:t>simulation waveform </a:t>
            </a:r>
            <a:r>
              <a:rPr lang="ko-KR" altLang="en-US" dirty="0" err="1" smtClean="0"/>
              <a:t>생성시간을</a:t>
            </a:r>
            <a:r>
              <a:rPr lang="ko-KR" altLang="en-US" dirty="0" smtClean="0"/>
              <a:t> 줄이고자 조정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709092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simulation(conuter_10000)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509990" y="3311156"/>
            <a:ext cx="75901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1. tick </a:t>
            </a:r>
            <a:r>
              <a:rPr lang="ko-KR" altLang="en-US" dirty="0" smtClean="0"/>
              <a:t>발생할 때마다 </a:t>
            </a:r>
            <a:r>
              <a:rPr lang="ko-KR" altLang="en-US" dirty="0" err="1" smtClean="0"/>
              <a:t>카운팅</a:t>
            </a:r>
            <a:r>
              <a:rPr lang="ko-KR" altLang="en-US" dirty="0" smtClean="0"/>
              <a:t> 동작을 확인</a:t>
            </a:r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9990" y="1872999"/>
            <a:ext cx="8219704" cy="1311238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9990" y="3807407"/>
            <a:ext cx="8701443" cy="192657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09990" y="5945499"/>
            <a:ext cx="75901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2. 9999 </a:t>
            </a:r>
            <a:r>
              <a:rPr lang="ko-KR" altLang="en-US" dirty="0" err="1"/>
              <a:t>카운팅</a:t>
            </a:r>
            <a:r>
              <a:rPr lang="ko-KR" altLang="en-US" dirty="0"/>
              <a:t> 후 다음 </a:t>
            </a:r>
            <a:r>
              <a:rPr lang="en-US" altLang="ko-KR" dirty="0" err="1"/>
              <a:t>clk</a:t>
            </a:r>
            <a:r>
              <a:rPr lang="ko-KR" altLang="en-US" dirty="0"/>
              <a:t>에 </a:t>
            </a:r>
            <a:r>
              <a:rPr lang="en-US" altLang="ko-KR" dirty="0"/>
              <a:t>0</a:t>
            </a:r>
            <a:r>
              <a:rPr lang="ko-KR" altLang="en-US" dirty="0"/>
              <a:t>으로 초기화 확인</a:t>
            </a:r>
            <a:endParaRPr lang="en-US" altLang="ko-KR" dirty="0"/>
          </a:p>
          <a:p>
            <a:r>
              <a:rPr lang="en-US" altLang="ko-KR" dirty="0"/>
              <a:t>3. 0~9999</a:t>
            </a:r>
            <a:r>
              <a:rPr lang="ko-KR" altLang="en-US" dirty="0"/>
              <a:t>까지의 모든 과정이 </a:t>
            </a:r>
            <a:r>
              <a:rPr lang="en-US" altLang="ko-KR" dirty="0" err="1"/>
              <a:t>counter_out</a:t>
            </a:r>
            <a:r>
              <a:rPr lang="ko-KR" altLang="en-US" dirty="0"/>
              <a:t>으로 출력 확인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536104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274</Words>
  <Application>Microsoft Office PowerPoint</Application>
  <PresentationFormat>와이드스크린</PresentationFormat>
  <Paragraphs>44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10000 counter 10hz 시뮬레이션</vt:lpstr>
      <vt:lpstr>module 설계</vt:lpstr>
      <vt:lpstr>module 설계</vt:lpstr>
      <vt:lpstr>code – 추가 설계(tick_generator)</vt:lpstr>
      <vt:lpstr>code – 추가 설계(counter_10000)</vt:lpstr>
      <vt:lpstr>simulation</vt:lpstr>
      <vt:lpstr>simulation(tick_generator)</vt:lpstr>
      <vt:lpstr>simulation(conuter_10000)</vt:lpstr>
      <vt:lpstr>simulation(conuter_10000)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10000 counter 10hz 시뮬레이션</dc:title>
  <dc:creator>kccistc</dc:creator>
  <cp:lastModifiedBy>kccistc</cp:lastModifiedBy>
  <cp:revision>9</cp:revision>
  <dcterms:created xsi:type="dcterms:W3CDTF">2026-01-26T09:32:19Z</dcterms:created>
  <dcterms:modified xsi:type="dcterms:W3CDTF">2026-01-27T06:05:17Z</dcterms:modified>
</cp:coreProperties>
</file>