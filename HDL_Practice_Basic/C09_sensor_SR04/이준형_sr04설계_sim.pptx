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38" r:id="rId2"/>
    <p:sldMasterId id="2147483750" r:id="rId3"/>
    <p:sldMasterId id="2147483762" r:id="rId4"/>
  </p:sldMasterIdLst>
  <p:notesMasterIdLst>
    <p:notesMasterId r:id="rId18"/>
  </p:notesMasterIdLst>
  <p:sldIdLst>
    <p:sldId id="256" r:id="rId5"/>
    <p:sldId id="271" r:id="rId6"/>
    <p:sldId id="262" r:id="rId7"/>
    <p:sldId id="272" r:id="rId8"/>
    <p:sldId id="260" r:id="rId9"/>
    <p:sldId id="264" r:id="rId10"/>
    <p:sldId id="261" r:id="rId11"/>
    <p:sldId id="266" r:id="rId12"/>
    <p:sldId id="267" r:id="rId13"/>
    <p:sldId id="268" r:id="rId14"/>
    <p:sldId id="269" r:id="rId15"/>
    <p:sldId id="270" r:id="rId16"/>
    <p:sldId id="26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ccistc" initials="k" lastIdx="4" clrIdx="0">
    <p:extLst>
      <p:ext uri="{19B8F6BF-5375-455C-9EA6-DF929625EA0E}">
        <p15:presenceInfo xmlns:p15="http://schemas.microsoft.com/office/powerpoint/2012/main" userId="kccist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0" autoAdjust="0"/>
    <p:restoredTop sz="94660"/>
  </p:normalViewPr>
  <p:slideViewPr>
    <p:cSldViewPr snapToGrid="0">
      <p:cViewPr>
        <p:scale>
          <a:sx n="150" d="100"/>
          <a:sy n="150" d="100"/>
        </p:scale>
        <p:origin x="100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9D96A-C90B-4616-BE12-243A1276DB70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B70E-3285-4773-BDBD-F3FA3916C4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0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18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4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2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11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2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1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2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75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98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76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6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9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7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77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87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37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7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47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8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83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5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39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244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69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6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15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99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318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36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79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41450" y="1788454"/>
            <a:ext cx="9069857" cy="2098226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sr04 simulation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rcRect b="45421"/>
          <a:stretch/>
        </p:blipFill>
        <p:spPr>
          <a:xfrm>
            <a:off x="8051801" y="0"/>
            <a:ext cx="414020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96" y="4834267"/>
            <a:ext cx="7110045" cy="20301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3140" y="1657687"/>
            <a:ext cx="72038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IDLE : </a:t>
            </a:r>
          </a:p>
          <a:p>
            <a:pPr lvl="1"/>
            <a:r>
              <a:rPr lang="en-US" altLang="ko-KR" dirty="0" smtClean="0"/>
              <a:t>start </a:t>
            </a:r>
            <a:r>
              <a:rPr lang="ko-KR" altLang="en-US" dirty="0" smtClean="0"/>
              <a:t>입력 시 다음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때</a:t>
            </a:r>
            <a:r>
              <a:rPr lang="en-US" altLang="ko-KR" dirty="0" smtClean="0"/>
              <a:t>, trigger,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tick_gen</a:t>
            </a:r>
            <a:r>
              <a:rPr lang="en-US" altLang="ko-KR" dirty="0" smtClean="0"/>
              <a:t> run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1</a:t>
            </a:r>
            <a:r>
              <a:rPr lang="ko-KR" altLang="en-US" dirty="0" smtClean="0"/>
              <a:t>로 변경 및 </a:t>
            </a:r>
            <a:r>
              <a:rPr lang="en-US" altLang="ko-KR" dirty="0" smtClean="0"/>
              <a:t>S_START</a:t>
            </a:r>
            <a:r>
              <a:rPr lang="ko-KR" altLang="en-US" dirty="0" smtClean="0"/>
              <a:t>로 이동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start </a:t>
            </a:r>
            <a:r>
              <a:rPr lang="ko-KR" altLang="en-US" dirty="0" smtClean="0"/>
              <a:t>입력 시 </a:t>
            </a:r>
            <a:r>
              <a:rPr lang="en-US" altLang="ko-KR" dirty="0" err="1" smtClean="0"/>
              <a:t>dist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 초기화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입력 없을 시 값을 유지</a:t>
            </a:r>
            <a:endParaRPr lang="en-US" altLang="ko-KR" dirty="0" smtClean="0"/>
          </a:p>
          <a:p>
            <a:r>
              <a:rPr lang="en-US" altLang="ko-KR" dirty="0" smtClean="0"/>
              <a:t>S_START: 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1</a:t>
            </a:r>
            <a:r>
              <a:rPr lang="en-US" altLang="ko-KR" dirty="0" smtClean="0"/>
              <a:t>us</a:t>
            </a:r>
            <a:r>
              <a:rPr lang="ko-KR" altLang="en-US" dirty="0" smtClean="0"/>
              <a:t> 때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tick_cnt_reg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카운팅</a:t>
            </a:r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en-US" altLang="ko-KR" dirty="0" err="1" smtClean="0"/>
              <a:t>tick_cnt_reg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일 때</a:t>
            </a:r>
            <a:r>
              <a:rPr lang="en-US" altLang="ko-KR" dirty="0" smtClean="0"/>
              <a:t>, S_WAIT</a:t>
            </a:r>
            <a:r>
              <a:rPr lang="ko-KR" altLang="en-US" dirty="0" smtClean="0"/>
              <a:t>로 이동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27727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rcRect t="54948"/>
          <a:stretch/>
        </p:blipFill>
        <p:spPr>
          <a:xfrm>
            <a:off x="8051801" y="0"/>
            <a:ext cx="4140200" cy="686442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96" y="4834267"/>
            <a:ext cx="7110045" cy="20301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6654" y="1677885"/>
            <a:ext cx="72038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S_WAIT:</a:t>
            </a:r>
          </a:p>
          <a:p>
            <a:pPr marL="800100" lvl="1" indent="-342900">
              <a:buAutoNum type="arabicPeriod"/>
            </a:pPr>
            <a:r>
              <a:rPr lang="en-US" altLang="ko-KR" dirty="0" err="1" smtClean="0"/>
              <a:t>tick_cnt_reg</a:t>
            </a:r>
            <a:r>
              <a:rPr lang="en-US" altLang="ko-KR" dirty="0" smtClean="0"/>
              <a:t> </a:t>
            </a:r>
            <a:r>
              <a:rPr lang="ko-KR" altLang="en-US" dirty="0" smtClean="0"/>
              <a:t>초기화</a:t>
            </a:r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en-US" altLang="ko-KR" dirty="0" smtClean="0"/>
              <a:t>echo</a:t>
            </a:r>
            <a:r>
              <a:rPr lang="ko-KR" altLang="en-US" dirty="0" smtClean="0"/>
              <a:t>신호가 들어올 때까지 대기</a:t>
            </a:r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en-US" altLang="ko-KR" dirty="0" smtClean="0"/>
              <a:t>echo</a:t>
            </a:r>
            <a:r>
              <a:rPr lang="ko-KR" altLang="en-US" dirty="0" smtClean="0"/>
              <a:t>신호가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이면 </a:t>
            </a:r>
            <a:r>
              <a:rPr lang="en-US" altLang="ko-KR" dirty="0" smtClean="0"/>
              <a:t>S_DIST</a:t>
            </a:r>
            <a:r>
              <a:rPr lang="ko-KR" altLang="en-US" dirty="0" smtClean="0"/>
              <a:t>로 변경</a:t>
            </a:r>
            <a:endParaRPr lang="en-US" altLang="ko-KR" dirty="0" smtClean="0"/>
          </a:p>
          <a:p>
            <a:r>
              <a:rPr lang="en-US" altLang="ko-KR" dirty="0" smtClean="0"/>
              <a:t>S_DIST: 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1us</a:t>
            </a:r>
            <a:r>
              <a:rPr lang="ko-KR" altLang="en-US" dirty="0" smtClean="0"/>
              <a:t>마다 </a:t>
            </a:r>
            <a:r>
              <a:rPr lang="en-US" altLang="ko-KR" dirty="0" err="1" smtClean="0"/>
              <a:t>tick_cnt_reg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카운팅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tick_cnt_reg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57</a:t>
            </a:r>
            <a:r>
              <a:rPr lang="ko-KR" altLang="en-US" dirty="0" smtClean="0"/>
              <a:t>마다 </a:t>
            </a:r>
            <a:r>
              <a:rPr lang="en-US" altLang="ko-KR" dirty="0" err="1" smtClean="0"/>
              <a:t>dist_reg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카운팅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echo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0 </a:t>
            </a:r>
            <a:r>
              <a:rPr lang="ko-KR" altLang="en-US" dirty="0" smtClean="0"/>
              <a:t>이거나 </a:t>
            </a:r>
            <a:r>
              <a:rPr lang="en-US" altLang="ko-KR" dirty="0" err="1" smtClean="0"/>
              <a:t>dist</a:t>
            </a:r>
            <a:r>
              <a:rPr lang="en-US" altLang="ko-KR" dirty="0" smtClean="0"/>
              <a:t> max spec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400cm</a:t>
            </a:r>
            <a:r>
              <a:rPr lang="ko-KR" altLang="en-US" dirty="0" smtClean="0"/>
              <a:t>이상일 경우</a:t>
            </a:r>
            <a:r>
              <a:rPr lang="en-US" altLang="ko-KR" dirty="0"/>
              <a:t> </a:t>
            </a:r>
            <a:r>
              <a:rPr lang="en-US" altLang="ko-KR" dirty="0" smtClean="0"/>
              <a:t>IDLE</a:t>
            </a:r>
            <a:r>
              <a:rPr lang="ko-KR" altLang="en-US" dirty="0" smtClean="0"/>
              <a:t>로 돌아감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36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54" y="4739017"/>
            <a:ext cx="7110045" cy="203015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354" y="2590800"/>
            <a:ext cx="6402317" cy="134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79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2293" y="659506"/>
            <a:ext cx="9601200" cy="1485900"/>
          </a:xfrm>
        </p:spPr>
        <p:txBody>
          <a:bodyPr/>
          <a:lstStyle/>
          <a:p>
            <a:r>
              <a:rPr lang="en-US" altLang="ko-KR" dirty="0" err="1" smtClean="0"/>
              <a:t>testbench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062" y="0"/>
            <a:ext cx="5632938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98785" y="2074985"/>
            <a:ext cx="23094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START 1clk</a:t>
            </a:r>
            <a:r>
              <a:rPr lang="ko-KR" altLang="en-US" dirty="0" smtClean="0"/>
              <a:t>동안</a:t>
            </a:r>
            <a:r>
              <a:rPr lang="en-US" altLang="ko-KR" dirty="0" smtClean="0"/>
              <a:t> </a:t>
            </a:r>
            <a:r>
              <a:rPr lang="ko-KR" altLang="en-US" dirty="0" smtClean="0"/>
              <a:t>입력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992923" y="3024010"/>
            <a:ext cx="394481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trigger </a:t>
            </a:r>
            <a:r>
              <a:rPr lang="ko-KR" altLang="en-US" dirty="0" smtClean="0"/>
              <a:t>신호 길이 측정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92923" y="3941774"/>
            <a:ext cx="394481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80us(SR04_Operation) </a:t>
            </a:r>
            <a:r>
              <a:rPr lang="ko-KR" altLang="en-US" dirty="0" smtClean="0"/>
              <a:t>만큼 </a:t>
            </a:r>
            <a:r>
              <a:rPr lang="en-US" altLang="ko-KR" dirty="0" err="1" smtClean="0"/>
              <a:t>dealy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934307" y="5040351"/>
            <a:ext cx="4355123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set_Distance</a:t>
            </a:r>
            <a:r>
              <a:rPr lang="en-US" altLang="ko-KR" dirty="0" smtClean="0"/>
              <a:t> </a:t>
            </a:r>
            <a:r>
              <a:rPr lang="ko-KR" altLang="en-US" dirty="0" smtClean="0"/>
              <a:t>만큼 </a:t>
            </a:r>
            <a:r>
              <a:rPr lang="ko-KR" altLang="en-US" dirty="0" err="1" smtClean="0"/>
              <a:t>딜레이</a:t>
            </a:r>
            <a:r>
              <a:rPr lang="ko-KR" altLang="en-US" dirty="0" smtClean="0"/>
              <a:t> 발생 후</a:t>
            </a:r>
            <a:r>
              <a:rPr lang="en-US" altLang="ko-KR" dirty="0"/>
              <a:t> </a:t>
            </a:r>
            <a:r>
              <a:rPr lang="ko-KR" altLang="en-US" dirty="0" smtClean="0"/>
              <a:t>값 확인</a:t>
            </a:r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en-US" altLang="ko-KR" dirty="0" err="1" smtClean="0"/>
              <a:t>dealy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set_Distance</a:t>
            </a:r>
            <a:r>
              <a:rPr lang="en-US" altLang="ko-KR" dirty="0" smtClean="0"/>
              <a:t> * 58 * 1000ns]</a:t>
            </a:r>
            <a:endParaRPr lang="ko-KR" altLang="en-US" dirty="0"/>
          </a:p>
        </p:txBody>
      </p:sp>
      <p:cxnSp>
        <p:nvCxnSpPr>
          <p:cNvPr id="13" name="직선 화살표 연결선 12"/>
          <p:cNvCxnSpPr>
            <a:stCxn id="15" idx="1"/>
          </p:cNvCxnSpPr>
          <p:nvPr/>
        </p:nvCxnSpPr>
        <p:spPr>
          <a:xfrm flipH="1">
            <a:off x="4111869" y="1387273"/>
            <a:ext cx="2488224" cy="87237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왼쪽 대괄호 14"/>
          <p:cNvSpPr/>
          <p:nvPr/>
        </p:nvSpPr>
        <p:spPr>
          <a:xfrm>
            <a:off x="6600093" y="825095"/>
            <a:ext cx="413238" cy="1124356"/>
          </a:xfrm>
          <a:prstGeom prst="leftBracke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왼쪽 대괄호 17"/>
          <p:cNvSpPr/>
          <p:nvPr/>
        </p:nvSpPr>
        <p:spPr>
          <a:xfrm>
            <a:off x="6571274" y="2349108"/>
            <a:ext cx="413238" cy="1154723"/>
          </a:xfrm>
          <a:prstGeom prst="leftBracke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왼쪽 대괄호 19"/>
          <p:cNvSpPr/>
          <p:nvPr/>
        </p:nvSpPr>
        <p:spPr>
          <a:xfrm>
            <a:off x="6559062" y="3841075"/>
            <a:ext cx="413238" cy="402337"/>
          </a:xfrm>
          <a:prstGeom prst="leftBracke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왼쪽 대괄호 20"/>
          <p:cNvSpPr/>
          <p:nvPr/>
        </p:nvSpPr>
        <p:spPr>
          <a:xfrm>
            <a:off x="6559062" y="4408787"/>
            <a:ext cx="413238" cy="1966613"/>
          </a:xfrm>
          <a:prstGeom prst="leftBracke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>
            <a:endCxn id="9" idx="3"/>
          </p:cNvCxnSpPr>
          <p:nvPr/>
        </p:nvCxnSpPr>
        <p:spPr>
          <a:xfrm flipH="1">
            <a:off x="5937738" y="2898030"/>
            <a:ext cx="662355" cy="3106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5908919" y="3926187"/>
            <a:ext cx="662355" cy="3106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endCxn id="11" idx="3"/>
          </p:cNvCxnSpPr>
          <p:nvPr/>
        </p:nvCxnSpPr>
        <p:spPr>
          <a:xfrm flipH="1" flipV="1">
            <a:off x="6289430" y="5363517"/>
            <a:ext cx="269633" cy="778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91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2293" y="659506"/>
            <a:ext cx="9601200" cy="1485900"/>
          </a:xfrm>
        </p:spPr>
        <p:txBody>
          <a:bodyPr/>
          <a:lstStyle/>
          <a:p>
            <a:r>
              <a:rPr lang="en-US" altLang="ko-KR" dirty="0" err="1" smtClean="0"/>
              <a:t>testbench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093" y="0"/>
            <a:ext cx="2946400" cy="68121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19400" y="2262793"/>
            <a:ext cx="1968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test data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60cm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240cm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400cm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500cm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1496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5762"/>
            <a:ext cx="12197817" cy="42404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30550" y="5886450"/>
            <a:ext cx="695325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입력 </a:t>
            </a:r>
            <a:r>
              <a:rPr lang="en-US" altLang="ko-KR" dirty="0" smtClean="0"/>
              <a:t>= 60</a:t>
            </a:r>
          </a:p>
          <a:p>
            <a:r>
              <a:rPr lang="en-US" altLang="ko-KR" dirty="0" smtClean="0"/>
              <a:t>state: IDLE -&gt; START</a:t>
            </a:r>
          </a:p>
          <a:p>
            <a:pPr lvl="1"/>
            <a:r>
              <a:rPr lang="en-US" altLang="ko-KR" dirty="0" smtClean="0"/>
              <a:t>start </a:t>
            </a:r>
            <a:r>
              <a:rPr lang="ko-KR" altLang="en-US" dirty="0" smtClean="0"/>
              <a:t>신호에 의해서 </a:t>
            </a:r>
            <a:r>
              <a:rPr lang="en-US" altLang="ko-KR" dirty="0" err="1" smtClean="0"/>
              <a:t>tick_gen_start</a:t>
            </a:r>
            <a:r>
              <a:rPr lang="en-US" altLang="ko-KR" dirty="0" smtClean="0"/>
              <a:t>, trigger </a:t>
            </a:r>
            <a:r>
              <a:rPr lang="ko-KR" altLang="en-US" dirty="0" smtClean="0"/>
              <a:t>신호 </a:t>
            </a:r>
            <a:r>
              <a:rPr lang="en-US" altLang="ko-KR" dirty="0" smtClean="0"/>
              <a:t>1 </a:t>
            </a:r>
            <a:r>
              <a:rPr lang="ko-KR" altLang="en-US" dirty="0" smtClean="0"/>
              <a:t>출력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2952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1721819"/>
            <a:ext cx="9156700" cy="3801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06824" y="5860008"/>
            <a:ext cx="375602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입력 </a:t>
            </a:r>
            <a:r>
              <a:rPr lang="en-US" altLang="ko-KR" dirty="0" smtClean="0"/>
              <a:t>= 60</a:t>
            </a:r>
          </a:p>
          <a:p>
            <a:r>
              <a:rPr lang="en-US" altLang="ko-KR" dirty="0" smtClean="0"/>
              <a:t>state: START</a:t>
            </a:r>
          </a:p>
          <a:p>
            <a:pPr lvl="1"/>
            <a:r>
              <a:rPr lang="en-US" altLang="ko-KR" dirty="0" smtClean="0"/>
              <a:t>trigger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11us</a:t>
            </a:r>
            <a:r>
              <a:rPr lang="ko-KR" altLang="en-US" dirty="0" smtClean="0"/>
              <a:t>이상 </a:t>
            </a:r>
            <a:r>
              <a:rPr lang="en-US" altLang="ko-KR" dirty="0" smtClean="0"/>
              <a:t>1</a:t>
            </a:r>
            <a:r>
              <a:rPr lang="ko-KR" altLang="en-US" dirty="0" smtClean="0"/>
              <a:t>유지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39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22" y="1375813"/>
            <a:ext cx="11827756" cy="44331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98900" y="5934670"/>
            <a:ext cx="46863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입력 </a:t>
            </a:r>
            <a:r>
              <a:rPr lang="en-US" altLang="ko-KR" dirty="0" smtClean="0"/>
              <a:t>= 60</a:t>
            </a:r>
          </a:p>
          <a:p>
            <a:r>
              <a:rPr lang="en-US" altLang="ko-KR" dirty="0" smtClean="0"/>
              <a:t>state: wait -&gt; </a:t>
            </a:r>
            <a:r>
              <a:rPr lang="en-US" altLang="ko-KR" dirty="0" err="1" smtClean="0"/>
              <a:t>dist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80us</a:t>
            </a:r>
            <a:r>
              <a:rPr lang="ko-KR" altLang="en-US" dirty="0" smtClean="0"/>
              <a:t>만큼 </a:t>
            </a:r>
            <a:r>
              <a:rPr lang="en-US" altLang="ko-KR" dirty="0" err="1" smtClean="0"/>
              <a:t>dealy</a:t>
            </a:r>
            <a:r>
              <a:rPr lang="en-US" altLang="ko-KR" dirty="0" smtClean="0"/>
              <a:t> </a:t>
            </a:r>
            <a:r>
              <a:rPr lang="ko-KR" altLang="en-US" dirty="0" smtClean="0"/>
              <a:t>후 </a:t>
            </a:r>
            <a:r>
              <a:rPr lang="en-US" altLang="ko-KR" dirty="0" smtClean="0"/>
              <a:t>echo 1 </a:t>
            </a:r>
            <a:r>
              <a:rPr lang="ko-KR" altLang="en-US" dirty="0" smtClean="0"/>
              <a:t>출력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051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5" y="1485900"/>
            <a:ext cx="12202745" cy="3229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22600" y="5365750"/>
            <a:ext cx="62992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입력 </a:t>
            </a:r>
            <a:r>
              <a:rPr lang="en-US" altLang="ko-KR" dirty="0" smtClean="0"/>
              <a:t>= 60</a:t>
            </a:r>
          </a:p>
          <a:p>
            <a:r>
              <a:rPr lang="en-US" altLang="ko-KR" dirty="0" smtClean="0"/>
              <a:t>state: </a:t>
            </a:r>
            <a:r>
              <a:rPr lang="en-US" altLang="ko-KR" dirty="0" err="1" smtClean="0"/>
              <a:t>dist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tick_cnt_reg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57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카운팅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dist_reg</a:t>
            </a:r>
            <a:r>
              <a:rPr lang="ko-KR" altLang="en-US" dirty="0" smtClean="0"/>
              <a:t>는 </a:t>
            </a:r>
            <a:r>
              <a:rPr lang="en-US" altLang="ko-KR" dirty="0" err="1"/>
              <a:t>tick_cnt_reg</a:t>
            </a:r>
            <a:r>
              <a:rPr lang="ko-KR" altLang="en-US" dirty="0"/>
              <a:t>는 </a:t>
            </a:r>
            <a:r>
              <a:rPr lang="en-US" altLang="ko-KR" dirty="0" smtClean="0"/>
              <a:t>57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후 다음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증가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856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22600" y="5365750"/>
            <a:ext cx="62992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입력 </a:t>
            </a:r>
            <a:r>
              <a:rPr lang="en-US" altLang="ko-KR" dirty="0" smtClean="0"/>
              <a:t>= 60</a:t>
            </a:r>
          </a:p>
          <a:p>
            <a:r>
              <a:rPr lang="en-US" altLang="ko-KR" dirty="0" smtClean="0"/>
              <a:t>state: </a:t>
            </a:r>
            <a:r>
              <a:rPr lang="en-US" altLang="ko-KR" dirty="0" err="1" smtClean="0"/>
              <a:t>dist</a:t>
            </a:r>
            <a:r>
              <a:rPr lang="en-US" altLang="ko-KR" dirty="0" smtClean="0"/>
              <a:t> -&gt; IDLE</a:t>
            </a:r>
          </a:p>
          <a:p>
            <a:pPr lvl="1"/>
            <a:r>
              <a:rPr lang="en-US" altLang="ko-KR" dirty="0" smtClean="0"/>
              <a:t>IDLE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dist_sr04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60(</a:t>
            </a:r>
            <a:r>
              <a:rPr lang="en-US" altLang="ko-KR" dirty="0" err="1" smtClean="0"/>
              <a:t>dec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출력</a:t>
            </a:r>
            <a:endParaRPr lang="en-US" altLang="ko-KR" dirty="0"/>
          </a:p>
          <a:p>
            <a:pPr lvl="1"/>
            <a:r>
              <a:rPr lang="en-US" altLang="ko-KR" dirty="0" err="1" smtClean="0"/>
              <a:t>tick_gen_start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출력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71" y="1257300"/>
            <a:ext cx="12202871" cy="387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51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22600" y="5365750"/>
            <a:ext cx="62992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입력 </a:t>
            </a:r>
            <a:r>
              <a:rPr lang="en-US" altLang="ko-KR" dirty="0" smtClean="0"/>
              <a:t>= 500</a:t>
            </a:r>
          </a:p>
          <a:p>
            <a:r>
              <a:rPr lang="en-US" altLang="ko-KR" dirty="0" smtClean="0"/>
              <a:t>state: </a:t>
            </a:r>
            <a:r>
              <a:rPr lang="en-US" altLang="ko-KR" dirty="0" err="1" smtClean="0"/>
              <a:t>dist</a:t>
            </a:r>
            <a:r>
              <a:rPr lang="en-US" altLang="ko-KR" dirty="0" smtClean="0"/>
              <a:t> -&gt; IDLE</a:t>
            </a:r>
          </a:p>
          <a:p>
            <a:pPr lvl="1"/>
            <a:r>
              <a:rPr lang="en-US" altLang="ko-KR" dirty="0" smtClean="0"/>
              <a:t>400cm</a:t>
            </a:r>
            <a:r>
              <a:rPr lang="ko-KR" altLang="en-US" dirty="0" smtClean="0"/>
              <a:t>이상의 </a:t>
            </a:r>
            <a:r>
              <a:rPr lang="ko-KR" altLang="en-US" dirty="0" err="1" smtClean="0"/>
              <a:t>카운팅을</a:t>
            </a:r>
            <a:r>
              <a:rPr lang="ko-KR" altLang="en-US" dirty="0" smtClean="0"/>
              <a:t> 할 시 </a:t>
            </a:r>
            <a:r>
              <a:rPr lang="en-US" altLang="ko-KR" dirty="0" smtClean="0"/>
              <a:t>IDLE</a:t>
            </a:r>
            <a:r>
              <a:rPr lang="ko-KR" altLang="en-US" dirty="0" smtClean="0"/>
              <a:t>로 돌아감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dist_sr04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start</a:t>
            </a:r>
            <a:r>
              <a:rPr lang="ko-KR" altLang="en-US" dirty="0" smtClean="0"/>
              <a:t>입력 없을 시 값 유지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0" y="1329961"/>
            <a:ext cx="9211476" cy="378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39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05" y="2366859"/>
            <a:ext cx="10580668" cy="2097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22600" y="5365750"/>
            <a:ext cx="62992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set_Distance</a:t>
            </a:r>
            <a:r>
              <a:rPr lang="ko-KR" altLang="en-US" dirty="0" smtClean="0"/>
              <a:t>에 대해 </a:t>
            </a:r>
            <a:r>
              <a:rPr lang="en-US" altLang="ko-KR" dirty="0" smtClean="0"/>
              <a:t>dist_sr04</a:t>
            </a:r>
            <a:r>
              <a:rPr lang="ko-KR" altLang="en-US" dirty="0" smtClean="0"/>
              <a:t>는 </a:t>
            </a:r>
            <a:r>
              <a:rPr lang="ko-KR" altLang="en-US" dirty="0" err="1" smtClean="0"/>
              <a:t>값는</a:t>
            </a:r>
            <a:r>
              <a:rPr lang="ko-KR" altLang="en-US" dirty="0" smtClean="0"/>
              <a:t> 값을 도출</a:t>
            </a:r>
            <a:endParaRPr lang="en-US" altLang="ko-KR" dirty="0" smtClean="0"/>
          </a:p>
          <a:p>
            <a:r>
              <a:rPr lang="en-US" altLang="ko-KR" dirty="0" smtClean="0"/>
              <a:t>500cm</a:t>
            </a:r>
            <a:r>
              <a:rPr lang="ko-KR" altLang="en-US" dirty="0" smtClean="0"/>
              <a:t>에 대해서는 </a:t>
            </a:r>
            <a:r>
              <a:rPr lang="en-US" altLang="ko-KR" dirty="0" smtClean="0"/>
              <a:t>400</a:t>
            </a:r>
            <a:r>
              <a:rPr lang="ko-KR" altLang="en-US" dirty="0" smtClean="0"/>
              <a:t>의 숫자를 출력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3759048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2387</TotalTime>
  <Words>268</Words>
  <Application>Microsoft Office PowerPoint</Application>
  <PresentationFormat>와이드스크린</PresentationFormat>
  <Paragraphs>61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돋움</vt:lpstr>
      <vt:lpstr>맑은 고딕</vt:lpstr>
      <vt:lpstr>Calibri</vt:lpstr>
      <vt:lpstr>Calibri Light</vt:lpstr>
      <vt:lpstr>Franklin Gothic Book</vt:lpstr>
      <vt:lpstr>Wingdings 2</vt:lpstr>
      <vt:lpstr>HDOfficeLightV0</vt:lpstr>
      <vt:lpstr>1_HDOfficeLightV0</vt:lpstr>
      <vt:lpstr>2_HDOfficeLightV0</vt:lpstr>
      <vt:lpstr>Crop</vt:lpstr>
      <vt:lpstr>sr04 simulation</vt:lpstr>
      <vt:lpstr>module</vt:lpstr>
      <vt:lpstr>module</vt:lpstr>
      <vt:lpstr>module</vt:lpstr>
      <vt:lpstr>testbench 시나리오</vt:lpstr>
      <vt:lpstr>testbench 시나리오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158</cp:revision>
  <dcterms:created xsi:type="dcterms:W3CDTF">2026-01-26T09:32:19Z</dcterms:created>
  <dcterms:modified xsi:type="dcterms:W3CDTF">2026-02-12T09:31:25Z</dcterms:modified>
</cp:coreProperties>
</file>